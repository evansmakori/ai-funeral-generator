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3771900" cy="5321300"/>
  <p:notesSz cx="6858000" cy="9144000"/>
  <p:embeddedFontLst>
    <p:embeddedFont>
      <p:font typeface="Manison" charset="1" panose="00000000000000000000"/>
      <p:regular r:id="rId7"/>
    </p:embeddedFont>
    <p:embeddedFont>
      <p:font typeface="Martel Sans Extra-Light" charset="1" panose="000003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1718" y="378000"/>
            <a:ext cx="2996565" cy="4572000"/>
          </a:xfrm>
          <a:custGeom>
            <a:avLst/>
            <a:gdLst/>
            <a:ahLst/>
            <a:cxnLst/>
            <a:rect r="r" b="b" t="t" l="l"/>
            <a:pathLst>
              <a:path h="4572000" w="2996565">
                <a:moveTo>
                  <a:pt x="0" y="0"/>
                </a:moveTo>
                <a:lnTo>
                  <a:pt x="2996564" y="0"/>
                </a:lnTo>
                <a:lnTo>
                  <a:pt x="2996564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785986">
            <a:off x="2568063" y="3770258"/>
            <a:ext cx="2056695" cy="1976998"/>
          </a:xfrm>
          <a:custGeom>
            <a:avLst/>
            <a:gdLst/>
            <a:ahLst/>
            <a:cxnLst/>
            <a:rect r="r" b="b" t="t" l="l"/>
            <a:pathLst>
              <a:path h="1976998" w="2056695">
                <a:moveTo>
                  <a:pt x="2056695" y="0"/>
                </a:moveTo>
                <a:lnTo>
                  <a:pt x="0" y="0"/>
                </a:lnTo>
                <a:lnTo>
                  <a:pt x="0" y="1976998"/>
                </a:lnTo>
                <a:lnTo>
                  <a:pt x="2056695" y="1976998"/>
                </a:lnTo>
                <a:lnTo>
                  <a:pt x="2056695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744538">
            <a:off x="-1006396" y="3672107"/>
            <a:ext cx="2154255" cy="2070778"/>
          </a:xfrm>
          <a:custGeom>
            <a:avLst/>
            <a:gdLst/>
            <a:ahLst/>
            <a:cxnLst/>
            <a:rect r="r" b="b" t="t" l="l"/>
            <a:pathLst>
              <a:path h="2070778" w="2154255">
                <a:moveTo>
                  <a:pt x="2154256" y="0"/>
                </a:moveTo>
                <a:lnTo>
                  <a:pt x="0" y="0"/>
                </a:lnTo>
                <a:lnTo>
                  <a:pt x="0" y="2070777"/>
                </a:lnTo>
                <a:lnTo>
                  <a:pt x="2154256" y="2070777"/>
                </a:lnTo>
                <a:lnTo>
                  <a:pt x="215425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63443" y="2994510"/>
            <a:ext cx="1853114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400"/>
              </a:lnSpc>
            </a:pPr>
            <a:r>
              <a:rPr lang="en-US" sz="1000" u="none">
                <a:solidFill>
                  <a:srgbClr val="968551"/>
                </a:solidFill>
                <a:latin typeface="Manison"/>
                <a:ea typeface="Manison"/>
                <a:cs typeface="Manison"/>
                <a:sym typeface="Manison"/>
              </a:rPr>
              <a:t>PLEASE JOIN US AS WE SAY GOODBYE TO A LOVING SISTER AND FRIEND.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2078" y="3750160"/>
            <a:ext cx="2455844" cy="369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32"/>
              </a:lnSpc>
            </a:pPr>
            <a:r>
              <a:rPr lang="en-US" sz="600" spc="119" u="none">
                <a:solidFill>
                  <a:srgbClr val="FFFFFF"/>
                </a:solidFill>
                <a:latin typeface="Martel Sans Extra-Light"/>
                <a:ea typeface="Martel Sans Extra-Light"/>
                <a:cs typeface="Martel Sans Extra-Light"/>
                <a:sym typeface="Martel Sans Extra-Light"/>
              </a:rPr>
              <a:t>4TH OF AUGUST 2023</a:t>
            </a:r>
          </a:p>
          <a:p>
            <a:pPr algn="ctr" marL="0" indent="0" lvl="1">
              <a:lnSpc>
                <a:spcPts val="1032"/>
              </a:lnSpc>
            </a:pPr>
            <a:r>
              <a:rPr lang="en-US" sz="600" spc="119" u="none">
                <a:solidFill>
                  <a:srgbClr val="FFFFFF"/>
                </a:solidFill>
                <a:latin typeface="Martel Sans Extra-Light"/>
                <a:ea typeface="Martel Sans Extra-Light"/>
                <a:cs typeface="Martel Sans Extra-Light"/>
                <a:sym typeface="Martel Sans Extra-Light"/>
              </a:rPr>
              <a:t>10 O'CLOCK IN THE MORNING</a:t>
            </a:r>
          </a:p>
          <a:p>
            <a:pPr algn="ctr" marL="0" indent="0" lvl="1">
              <a:lnSpc>
                <a:spcPts val="1032"/>
              </a:lnSpc>
            </a:pPr>
            <a:r>
              <a:rPr lang="en-US" sz="600" spc="119" u="none">
                <a:solidFill>
                  <a:srgbClr val="FFFFFF"/>
                </a:solidFill>
                <a:latin typeface="Martel Sans Extra-Light"/>
                <a:ea typeface="Martel Sans Extra-Light"/>
                <a:cs typeface="Martel Sans Extra-Light"/>
                <a:sym typeface="Martel Sans Extra-Light"/>
              </a:rPr>
              <a:t>123 ANYWHERE ST., ANY CITY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8926" y="2616346"/>
            <a:ext cx="2642147" cy="140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04"/>
              </a:lnSpc>
              <a:spcBef>
                <a:spcPct val="0"/>
              </a:spcBef>
            </a:pPr>
            <a:r>
              <a:rPr lang="en-US" sz="700" spc="139" u="none">
                <a:solidFill>
                  <a:srgbClr val="FFFFFF"/>
                </a:solidFill>
                <a:latin typeface="Martel Sans Extra-Light"/>
                <a:ea typeface="Martel Sans Extra-Light"/>
                <a:cs typeface="Martel Sans Extra-Light"/>
                <a:sym typeface="Martel Sans Extra-Light"/>
              </a:rPr>
              <a:t>OCTOBER 06, 1952 - MAY 07, 2023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1330" y="679992"/>
            <a:ext cx="1460446" cy="38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376"/>
              </a:lnSpc>
              <a:spcBef>
                <a:spcPct val="0"/>
              </a:spcBef>
            </a:pPr>
            <a:r>
              <a:rPr lang="en-US" sz="800" spc="159" u="none">
                <a:solidFill>
                  <a:srgbClr val="FFFFFF"/>
                </a:solidFill>
                <a:latin typeface="Martel Sans Extra-Light"/>
                <a:ea typeface="Martel Sans Extra-Light"/>
                <a:cs typeface="Martel Sans Extra-Light"/>
                <a:sym typeface="Martel Sans Extra-Light"/>
              </a:rPr>
              <a:t>IN LOVING MEMORY OF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9777" y="1652584"/>
            <a:ext cx="2760447" cy="73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883"/>
              </a:lnSpc>
            </a:pPr>
            <a:r>
              <a:rPr lang="en-US" sz="2799" u="none">
                <a:solidFill>
                  <a:srgbClr val="FFFFFF"/>
                </a:solidFill>
                <a:latin typeface="Manison"/>
                <a:ea typeface="Manison"/>
                <a:cs typeface="Manison"/>
                <a:sym typeface="Manison"/>
              </a:rPr>
              <a:t>KORINA VILLANUEVA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DAHAtIwPj0U</dc:identifier>
  <dcterms:modified xsi:type="dcterms:W3CDTF">2011-08-01T06:04:30Z</dcterms:modified>
  <cp:revision>1</cp:revision>
  <dc:title>Black Gold Elegant Vintage Floral Arch Funeral Invitation</dc:title>
</cp:coreProperties>
</file>