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Lora" charset="1" panose="00000500000000000000"/>
      <p:regular r:id="rId8"/>
    </p:embeddedFont>
    <p:embeddedFont>
      <p:font typeface="Great Vibes" charset="1" panose="02000507080000020002"/>
      <p:regular r:id="rId9"/>
    </p:embeddedFont>
    <p:embeddedFont>
      <p:font typeface="Lora Bold" charset="1" panose="000008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A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139" y="278099"/>
            <a:ext cx="6951723" cy="10135801"/>
            <a:chOff x="0" y="0"/>
            <a:chExt cx="2491340" cy="3632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1340" cy="3632442"/>
            </a:xfrm>
            <a:custGeom>
              <a:avLst/>
              <a:gdLst/>
              <a:ahLst/>
              <a:cxnLst/>
              <a:rect r="r" b="b" t="t" l="l"/>
              <a:pathLst>
                <a:path h="3632442" w="2491340">
                  <a:moveTo>
                    <a:pt x="0" y="0"/>
                  </a:moveTo>
                  <a:lnTo>
                    <a:pt x="2491340" y="0"/>
                  </a:lnTo>
                  <a:lnTo>
                    <a:pt x="2491340" y="3632442"/>
                  </a:lnTo>
                  <a:lnTo>
                    <a:pt x="0" y="3632442"/>
                  </a:lnTo>
                  <a:close/>
                </a:path>
              </a:pathLst>
            </a:custGeom>
            <a:solidFill>
              <a:srgbClr val="1A1A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91340" cy="366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0404" y="3127457"/>
            <a:ext cx="4099193" cy="40991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852200" y="3249262"/>
            <a:ext cx="3855600" cy="3855585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65641" y="7477905"/>
            <a:ext cx="602871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July 15, 1975  - October 13, 2022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1086" y="1386009"/>
            <a:ext cx="491782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</a:pPr>
            <a:r>
              <a:rPr lang="en-US" sz="3999" spc="19">
                <a:solidFill>
                  <a:srgbClr val="FFFFFF"/>
                </a:solidFill>
                <a:latin typeface="Great Vibes"/>
                <a:ea typeface="Great Vibes"/>
                <a:cs typeface="Great Vibes"/>
                <a:sym typeface="Great Vibes"/>
              </a:rPr>
              <a:t>Celebrating the life of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893" y="2081360"/>
            <a:ext cx="5530215" cy="212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</a:pPr>
            <a:r>
              <a:rPr lang="en-US" sz="6000" spc="3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Michael Learson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384" y="8777671"/>
            <a:ext cx="4889231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Main building, 123 Anywhere st., Any City</a:t>
            </a:r>
          </a:p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 Five o’clock in the Evening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3293" y="8383899"/>
            <a:ext cx="2953414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</a:pPr>
            <a:r>
              <a:rPr lang="en-US" b="true" sz="21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Sunday 16 October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7CA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139" y="278099"/>
            <a:ext cx="6951723" cy="10135801"/>
            <a:chOff x="0" y="0"/>
            <a:chExt cx="2491340" cy="3632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1340" cy="3632442"/>
            </a:xfrm>
            <a:custGeom>
              <a:avLst/>
              <a:gdLst/>
              <a:ahLst/>
              <a:cxnLst/>
              <a:rect r="r" b="b" t="t" l="l"/>
              <a:pathLst>
                <a:path h="3632442" w="2491340">
                  <a:moveTo>
                    <a:pt x="0" y="0"/>
                  </a:moveTo>
                  <a:lnTo>
                    <a:pt x="2491340" y="0"/>
                  </a:lnTo>
                  <a:lnTo>
                    <a:pt x="2491340" y="3632442"/>
                  </a:lnTo>
                  <a:lnTo>
                    <a:pt x="0" y="3632442"/>
                  </a:lnTo>
                  <a:close/>
                </a:path>
              </a:pathLst>
            </a:custGeom>
            <a:solidFill>
              <a:srgbClr val="1A1A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91340" cy="366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49528" y="1500650"/>
            <a:ext cx="3660943" cy="384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Words of Welcome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Prayers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Musical Selections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Formal Readings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Eulogy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Life Tribute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Brief Informal Tributes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Thank you and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Acknowledgements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Viewing of Deceased Closing</a:t>
            </a:r>
          </a:p>
          <a:p>
            <a:pPr algn="ctr" marL="0" indent="0" lvl="0">
              <a:lnSpc>
                <a:spcPts val="2832"/>
              </a:lnSpc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Benediction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1796" y="980535"/>
            <a:ext cx="417640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ORDER OF 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4908" y="8260440"/>
            <a:ext cx="361018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FUNERAL 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8354" y="8837706"/>
            <a:ext cx="392329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Avery Davis at 123-456-7890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Main building, 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123 Anywhere st., Any City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3626" y="6684160"/>
            <a:ext cx="311274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Name Surname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Name Surname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Name Surname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3626" y="6116421"/>
            <a:ext cx="311274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PALLBEARERS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DAHAtFTRDs8</dc:identifier>
  <dcterms:modified xsi:type="dcterms:W3CDTF">2011-08-01T06:04:30Z</dcterms:modified>
  <cp:revision>1</cp:revision>
  <dc:title>Rangoon Green and Greyish Teal Minimalist Funeral Program Template</dc:title>
</cp:coreProperties>
</file>