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3771900" cy="5321300"/>
  <p:notesSz cx="6858000" cy="9144000"/>
  <p:embeddedFontLst>
    <p:embeddedFont>
      <p:font typeface="29LT Riwaya" charset="1" panose="00000500000000000000"/>
      <p:regular r:id="rId7"/>
    </p:embeddedFont>
    <p:embeddedFont>
      <p:font typeface="Parisienne" charset="1" panose="03020507000000020002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780000" cy="5328000"/>
          </a:xfrm>
          <a:custGeom>
            <a:avLst/>
            <a:gdLst/>
            <a:ahLst/>
            <a:cxnLst/>
            <a:rect r="r" b="b" t="t" l="l"/>
            <a:pathLst>
              <a:path h="5328000" w="3780000">
                <a:moveTo>
                  <a:pt x="0" y="0"/>
                </a:moveTo>
                <a:lnTo>
                  <a:pt x="3780000" y="0"/>
                </a:lnTo>
                <a:lnTo>
                  <a:pt x="3780000" y="5328000"/>
                </a:lnTo>
                <a:lnTo>
                  <a:pt x="0" y="532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49" t="-2145" r="-59049" b="-21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5696" y="-340989"/>
            <a:ext cx="2418282" cy="1057998"/>
          </a:xfrm>
          <a:custGeom>
            <a:avLst/>
            <a:gdLst/>
            <a:ahLst/>
            <a:cxnLst/>
            <a:rect r="r" b="b" t="t" l="l"/>
            <a:pathLst>
              <a:path h="1057998" w="2418282">
                <a:moveTo>
                  <a:pt x="0" y="0"/>
                </a:moveTo>
                <a:lnTo>
                  <a:pt x="2418282" y="0"/>
                </a:lnTo>
                <a:lnTo>
                  <a:pt x="2418282" y="1057999"/>
                </a:lnTo>
                <a:lnTo>
                  <a:pt x="0" y="1057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70131" y="136299"/>
            <a:ext cx="2418282" cy="1057998"/>
          </a:xfrm>
          <a:custGeom>
            <a:avLst/>
            <a:gdLst/>
            <a:ahLst/>
            <a:cxnLst/>
            <a:rect r="r" b="b" t="t" l="l"/>
            <a:pathLst>
              <a:path h="1057998" w="2418282">
                <a:moveTo>
                  <a:pt x="0" y="0"/>
                </a:moveTo>
                <a:lnTo>
                  <a:pt x="2418282" y="0"/>
                </a:lnTo>
                <a:lnTo>
                  <a:pt x="2418282" y="1057999"/>
                </a:lnTo>
                <a:lnTo>
                  <a:pt x="0" y="1057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40282" y="990799"/>
            <a:ext cx="2418282" cy="1057998"/>
          </a:xfrm>
          <a:custGeom>
            <a:avLst/>
            <a:gdLst/>
            <a:ahLst/>
            <a:cxnLst/>
            <a:rect r="r" b="b" t="t" l="l"/>
            <a:pathLst>
              <a:path h="1057998" w="2418282">
                <a:moveTo>
                  <a:pt x="0" y="0"/>
                </a:moveTo>
                <a:lnTo>
                  <a:pt x="2418282" y="0"/>
                </a:lnTo>
                <a:lnTo>
                  <a:pt x="2418282" y="1057998"/>
                </a:lnTo>
                <a:lnTo>
                  <a:pt x="0" y="105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0169" y="-340989"/>
            <a:ext cx="2418282" cy="1057998"/>
          </a:xfrm>
          <a:custGeom>
            <a:avLst/>
            <a:gdLst/>
            <a:ahLst/>
            <a:cxnLst/>
            <a:rect r="r" b="b" t="t" l="l"/>
            <a:pathLst>
              <a:path h="1057998" w="2418282">
                <a:moveTo>
                  <a:pt x="0" y="0"/>
                </a:moveTo>
                <a:lnTo>
                  <a:pt x="2418282" y="0"/>
                </a:lnTo>
                <a:lnTo>
                  <a:pt x="2418282" y="1057999"/>
                </a:lnTo>
                <a:lnTo>
                  <a:pt x="0" y="1057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70859" y="136299"/>
            <a:ext cx="2418282" cy="1057998"/>
          </a:xfrm>
          <a:custGeom>
            <a:avLst/>
            <a:gdLst/>
            <a:ahLst/>
            <a:cxnLst/>
            <a:rect r="r" b="b" t="t" l="l"/>
            <a:pathLst>
              <a:path h="1057998" w="2418282">
                <a:moveTo>
                  <a:pt x="0" y="0"/>
                </a:moveTo>
                <a:lnTo>
                  <a:pt x="2418282" y="0"/>
                </a:lnTo>
                <a:lnTo>
                  <a:pt x="2418282" y="1057999"/>
                </a:lnTo>
                <a:lnTo>
                  <a:pt x="0" y="1057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02000" y="944610"/>
            <a:ext cx="2418282" cy="1057998"/>
          </a:xfrm>
          <a:custGeom>
            <a:avLst/>
            <a:gdLst/>
            <a:ahLst/>
            <a:cxnLst/>
            <a:rect r="r" b="b" t="t" l="l"/>
            <a:pathLst>
              <a:path h="1057998" w="2418282">
                <a:moveTo>
                  <a:pt x="0" y="0"/>
                </a:moveTo>
                <a:lnTo>
                  <a:pt x="2418282" y="0"/>
                </a:lnTo>
                <a:lnTo>
                  <a:pt x="2418282" y="1057998"/>
                </a:lnTo>
                <a:lnTo>
                  <a:pt x="0" y="1057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315614" y="-158503"/>
            <a:ext cx="3148772" cy="2298604"/>
          </a:xfrm>
          <a:custGeom>
            <a:avLst/>
            <a:gdLst/>
            <a:ahLst/>
            <a:cxnLst/>
            <a:rect r="r" b="b" t="t" l="l"/>
            <a:pathLst>
              <a:path h="2298604" w="3148772">
                <a:moveTo>
                  <a:pt x="3148772" y="2298604"/>
                </a:moveTo>
                <a:lnTo>
                  <a:pt x="0" y="2298604"/>
                </a:lnTo>
                <a:lnTo>
                  <a:pt x="0" y="0"/>
                </a:lnTo>
                <a:lnTo>
                  <a:pt x="3148772" y="0"/>
                </a:lnTo>
                <a:lnTo>
                  <a:pt x="3148772" y="2298604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6776" y="364239"/>
            <a:ext cx="1415406" cy="1525688"/>
          </a:xfrm>
          <a:custGeom>
            <a:avLst/>
            <a:gdLst/>
            <a:ahLst/>
            <a:cxnLst/>
            <a:rect r="r" b="b" t="t" l="l"/>
            <a:pathLst>
              <a:path h="1525688" w="1415406">
                <a:moveTo>
                  <a:pt x="0" y="0"/>
                </a:moveTo>
                <a:lnTo>
                  <a:pt x="1415406" y="0"/>
                </a:lnTo>
                <a:lnTo>
                  <a:pt x="1415406" y="1525689"/>
                </a:lnTo>
                <a:lnTo>
                  <a:pt x="0" y="15256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286485" y="428895"/>
            <a:ext cx="1207031" cy="1326590"/>
            <a:chOff x="487680" y="-128270"/>
            <a:chExt cx="11526520" cy="12668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21560" y="135100"/>
              <a:ext cx="11052629" cy="12336531"/>
            </a:xfrm>
            <a:custGeom>
              <a:avLst/>
              <a:gdLst/>
              <a:ahLst/>
              <a:cxnLst/>
              <a:rect r="r" b="b" t="t" l="l"/>
              <a:pathLst>
                <a:path h="12336531" w="11052629">
                  <a:moveTo>
                    <a:pt x="8470700" y="974880"/>
                  </a:moveTo>
                  <a:cubicBezTo>
                    <a:pt x="6894630" y="-107160"/>
                    <a:pt x="5058210" y="-263370"/>
                    <a:pt x="3431340" y="381790"/>
                  </a:cubicBezTo>
                  <a:cubicBezTo>
                    <a:pt x="2298500" y="821210"/>
                    <a:pt x="1263450" y="1829590"/>
                    <a:pt x="633530" y="3274850"/>
                  </a:cubicBezTo>
                  <a:cubicBezTo>
                    <a:pt x="-142440" y="5052850"/>
                    <a:pt x="-233880" y="7481090"/>
                    <a:pt x="516690" y="9281950"/>
                  </a:cubicBezTo>
                  <a:cubicBezTo>
                    <a:pt x="1050090" y="10560840"/>
                    <a:pt x="1953060" y="11449840"/>
                    <a:pt x="2925880" y="11903230"/>
                  </a:cubicBezTo>
                  <a:cubicBezTo>
                    <a:pt x="3898700" y="12356620"/>
                    <a:pt x="4941370" y="12404880"/>
                    <a:pt x="5957370" y="12271530"/>
                  </a:cubicBezTo>
                  <a:cubicBezTo>
                    <a:pt x="7062270" y="12126750"/>
                    <a:pt x="8177330" y="11758450"/>
                    <a:pt x="9124751" y="10908820"/>
                  </a:cubicBezTo>
                  <a:cubicBezTo>
                    <a:pt x="10072171" y="10059191"/>
                    <a:pt x="10836710" y="8673620"/>
                    <a:pt x="11013241" y="7064530"/>
                  </a:cubicBezTo>
                  <a:cubicBezTo>
                    <a:pt x="11292641" y="4539770"/>
                    <a:pt x="10048041" y="2056920"/>
                    <a:pt x="8470701" y="974880"/>
                  </a:cubicBezTo>
                  <a:close/>
                </a:path>
              </a:pathLst>
            </a:custGeom>
            <a:blipFill>
              <a:blip r:embed="rId7"/>
              <a:stretch>
                <a:fillRect l="-4412" t="-16196" r="4412" b="-18276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34000" y="3382020"/>
            <a:ext cx="1512000" cy="79724"/>
          </a:xfrm>
          <a:custGeom>
            <a:avLst/>
            <a:gdLst/>
            <a:ahLst/>
            <a:cxnLst/>
            <a:rect r="r" b="b" t="t" l="l"/>
            <a:pathLst>
              <a:path h="79724" w="1512000">
                <a:moveTo>
                  <a:pt x="0" y="0"/>
                </a:moveTo>
                <a:lnTo>
                  <a:pt x="1512000" y="0"/>
                </a:lnTo>
                <a:lnTo>
                  <a:pt x="1512000" y="79724"/>
                </a:lnTo>
                <a:lnTo>
                  <a:pt x="0" y="797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02182" y="3931443"/>
            <a:ext cx="1975636" cy="20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157" strike="noStrike" u="none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August 14 | at 4:00 pm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5151" y="3006384"/>
            <a:ext cx="2189698" cy="20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20"/>
              </a:lnSpc>
              <a:spcBef>
                <a:spcPct val="0"/>
              </a:spcBef>
            </a:pPr>
            <a:r>
              <a:rPr lang="en-US" sz="1157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January 3, 1945 - August 13, 2023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4450" y="2121756"/>
            <a:ext cx="2111100" cy="30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818">
                <a:solidFill>
                  <a:srgbClr val="FFFFFF"/>
                </a:solidFill>
                <a:latin typeface="Parisienne"/>
                <a:ea typeface="Parisienne"/>
                <a:cs typeface="Parisienne"/>
                <a:sym typeface="Parisienne"/>
              </a:rPr>
              <a:t>Celebrating the life of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4450" y="3604924"/>
            <a:ext cx="2111100" cy="30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6"/>
              </a:lnSpc>
              <a:spcBef>
                <a:spcPct val="0"/>
              </a:spcBef>
            </a:pPr>
            <a:r>
              <a:rPr lang="en-US" sz="1818">
                <a:solidFill>
                  <a:srgbClr val="FFFFFF"/>
                </a:solidFill>
                <a:latin typeface="Parisienne"/>
                <a:ea typeface="Parisienne"/>
                <a:cs typeface="Parisienne"/>
                <a:sym typeface="Parisienne"/>
              </a:rPr>
              <a:t>Funeral Service: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8154" y="2417106"/>
            <a:ext cx="2823693" cy="5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2"/>
              </a:lnSpc>
              <a:spcBef>
                <a:spcPct val="0"/>
              </a:spcBef>
            </a:pPr>
            <a:r>
              <a:rPr lang="en-US" sz="3059">
                <a:solidFill>
                  <a:srgbClr val="FFFFFF"/>
                </a:solidFill>
                <a:latin typeface="Parisienne"/>
                <a:ea typeface="Parisienne"/>
                <a:cs typeface="Parisienne"/>
                <a:sym typeface="Parisienne"/>
              </a:rPr>
              <a:t>Taylor Alonso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8557" y="4419525"/>
            <a:ext cx="914697" cy="29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0"/>
              </a:lnSpc>
            </a:pPr>
            <a:r>
              <a:rPr lang="en-US" sz="992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123 Anywhere St., Any City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11884" y="4344712"/>
            <a:ext cx="1082356" cy="44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90"/>
              </a:lnSpc>
              <a:spcBef>
                <a:spcPct val="0"/>
              </a:spcBef>
            </a:pPr>
            <a:r>
              <a:rPr lang="en-US" sz="992" strike="noStrike" u="none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For directions please call Reese at</a:t>
            </a:r>
          </a:p>
          <a:p>
            <a:pPr algn="ctr" marL="0" indent="0" lvl="0">
              <a:lnSpc>
                <a:spcPts val="1190"/>
              </a:lnSpc>
              <a:spcBef>
                <a:spcPct val="0"/>
              </a:spcBef>
            </a:pPr>
            <a:r>
              <a:rPr lang="en-US" sz="992" strike="noStrike" u="none">
                <a:solidFill>
                  <a:srgbClr val="FFFFFF"/>
                </a:solidFill>
                <a:latin typeface="29LT Riwaya"/>
                <a:ea typeface="29LT Riwaya"/>
                <a:cs typeface="29LT Riwaya"/>
                <a:sym typeface="29LT Riwaya"/>
              </a:rPr>
              <a:t>+123-456-7890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DAHAtIyg0QQ</dc:identifier>
  <dcterms:modified xsi:type="dcterms:W3CDTF">2011-08-01T06:04:30Z</dcterms:modified>
  <cp:revision>1</cp:revision>
  <dc:title>Black Elegant Floral Funeral Service Invitation</dc:title>
</cp:coreProperties>
</file>