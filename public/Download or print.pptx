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Lst>
  <p:sldSz cx="10693400" cy="7556500"/>
  <p:notesSz cx="6858000" cy="9144000"/>
  <p:embeddedFontLst>
    <p:embeddedFont>
      <p:font typeface="Billion Miracles" charset="1" panose="02000503000000020003"/>
      <p:regular r:id="rId8"/>
    </p:embeddedFont>
    <p:embeddedFont>
      <p:font typeface="DM Sans" charset="1" panose="0000000000000000000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TextBox 2" id="2"/>
          <p:cNvSpPr txBox="true"/>
          <p:nvPr/>
        </p:nvSpPr>
        <p:spPr>
          <a:xfrm rot="0">
            <a:off x="7211294" y="5088881"/>
            <a:ext cx="2779412" cy="968111"/>
          </a:xfrm>
          <a:prstGeom prst="rect">
            <a:avLst/>
          </a:prstGeom>
        </p:spPr>
        <p:txBody>
          <a:bodyPr anchor="t" rtlCol="false" tIns="0" lIns="0" bIns="0" rIns="0">
            <a:spAutoFit/>
          </a:bodyPr>
          <a:lstStyle/>
          <a:p>
            <a:pPr algn="ctr" marL="0" indent="0" lvl="0">
              <a:lnSpc>
                <a:spcPts val="3250"/>
              </a:lnSpc>
              <a:spcBef>
                <a:spcPct val="0"/>
              </a:spcBef>
            </a:pPr>
            <a:r>
              <a:rPr lang="en-US" sz="6500" u="none">
                <a:solidFill>
                  <a:srgbClr val="DBC6AE"/>
                </a:solidFill>
                <a:latin typeface="Billion Miracles"/>
                <a:ea typeface="Billion Miracles"/>
                <a:cs typeface="Billion Miracles"/>
                <a:sym typeface="Billion Miracles"/>
              </a:rPr>
              <a:t>Jamie</a:t>
            </a:r>
          </a:p>
          <a:p>
            <a:pPr algn="ctr" marL="0" indent="0" lvl="0">
              <a:lnSpc>
                <a:spcPts val="3250"/>
              </a:lnSpc>
              <a:spcBef>
                <a:spcPct val="0"/>
              </a:spcBef>
            </a:pPr>
            <a:r>
              <a:rPr lang="en-US" sz="6500" u="none">
                <a:solidFill>
                  <a:srgbClr val="DBC6AE"/>
                </a:solidFill>
                <a:latin typeface="Billion Miracles"/>
                <a:ea typeface="Billion Miracles"/>
                <a:cs typeface="Billion Miracles"/>
                <a:sym typeface="Billion Miracles"/>
              </a:rPr>
              <a:t>Chastain</a:t>
            </a:r>
          </a:p>
        </p:txBody>
      </p:sp>
      <p:sp>
        <p:nvSpPr>
          <p:cNvPr name="TextBox 3" id="3"/>
          <p:cNvSpPr txBox="true"/>
          <p:nvPr/>
        </p:nvSpPr>
        <p:spPr>
          <a:xfrm rot="0">
            <a:off x="7611787" y="2169578"/>
            <a:ext cx="1978426" cy="168270"/>
          </a:xfrm>
          <a:prstGeom prst="rect">
            <a:avLst/>
          </a:prstGeom>
        </p:spPr>
        <p:txBody>
          <a:bodyPr anchor="t" rtlCol="false" tIns="0" lIns="0" bIns="0" rIns="0">
            <a:spAutoFit/>
          </a:bodyPr>
          <a:lstStyle/>
          <a:p>
            <a:pPr algn="ctr" marL="0" indent="0" lvl="0">
              <a:lnSpc>
                <a:spcPts val="1404"/>
              </a:lnSpc>
              <a:spcBef>
                <a:spcPct val="0"/>
              </a:spcBef>
            </a:pPr>
            <a:r>
              <a:rPr lang="en-US" sz="900" spc="63" u="none">
                <a:solidFill>
                  <a:srgbClr val="FFFFFF"/>
                </a:solidFill>
                <a:latin typeface="DM Sans"/>
                <a:ea typeface="DM Sans"/>
                <a:cs typeface="DM Sans"/>
                <a:sym typeface="DM Sans"/>
              </a:rPr>
              <a:t>IN LOVING MEMORY OF</a:t>
            </a:r>
          </a:p>
        </p:txBody>
      </p:sp>
      <p:sp>
        <p:nvSpPr>
          <p:cNvPr name="TextBox 4" id="4"/>
          <p:cNvSpPr txBox="true"/>
          <p:nvPr/>
        </p:nvSpPr>
        <p:spPr>
          <a:xfrm rot="0">
            <a:off x="7224874" y="6245496"/>
            <a:ext cx="2752253" cy="339587"/>
          </a:xfrm>
          <a:prstGeom prst="rect">
            <a:avLst/>
          </a:prstGeom>
        </p:spPr>
        <p:txBody>
          <a:bodyPr anchor="t" rtlCol="false" tIns="0" lIns="0" bIns="0" rIns="0">
            <a:spAutoFit/>
          </a:bodyPr>
          <a:lstStyle/>
          <a:p>
            <a:pPr algn="ctr" marL="0" indent="0" lvl="0">
              <a:lnSpc>
                <a:spcPts val="1404"/>
              </a:lnSpc>
              <a:spcBef>
                <a:spcPct val="0"/>
              </a:spcBef>
            </a:pPr>
            <a:r>
              <a:rPr lang="en-US" sz="900" spc="63" u="none">
                <a:solidFill>
                  <a:srgbClr val="FFFFFF"/>
                </a:solidFill>
                <a:latin typeface="DM Sans"/>
                <a:ea typeface="DM Sans"/>
                <a:cs typeface="DM Sans"/>
                <a:sym typeface="DM Sans"/>
              </a:rPr>
              <a:t>OCTOBER 06, 1952</a:t>
            </a:r>
          </a:p>
          <a:p>
            <a:pPr algn="ctr" marL="0" indent="0" lvl="0">
              <a:lnSpc>
                <a:spcPts val="1404"/>
              </a:lnSpc>
              <a:spcBef>
                <a:spcPct val="0"/>
              </a:spcBef>
            </a:pPr>
            <a:r>
              <a:rPr lang="en-US" sz="900" spc="63" u="none">
                <a:solidFill>
                  <a:srgbClr val="FFFFFF"/>
                </a:solidFill>
                <a:latin typeface="DM Sans"/>
                <a:ea typeface="DM Sans"/>
                <a:cs typeface="DM Sans"/>
                <a:sym typeface="DM Sans"/>
              </a:rPr>
              <a:t>- MAY 07, 2023 </a:t>
            </a:r>
          </a:p>
        </p:txBody>
      </p:sp>
      <p:sp>
        <p:nvSpPr>
          <p:cNvPr name="TextBox 5" id="5"/>
          <p:cNvSpPr txBox="true"/>
          <p:nvPr/>
        </p:nvSpPr>
        <p:spPr>
          <a:xfrm rot="0">
            <a:off x="4107790" y="2568547"/>
            <a:ext cx="2476419" cy="336450"/>
          </a:xfrm>
          <a:prstGeom prst="rect">
            <a:avLst/>
          </a:prstGeom>
        </p:spPr>
        <p:txBody>
          <a:bodyPr anchor="t" rtlCol="false" tIns="0" lIns="0" bIns="0" rIns="0">
            <a:spAutoFit/>
          </a:bodyPr>
          <a:lstStyle/>
          <a:p>
            <a:pPr algn="ctr" marL="0" indent="0" lvl="0">
              <a:lnSpc>
                <a:spcPts val="1999"/>
              </a:lnSpc>
              <a:spcBef>
                <a:spcPct val="0"/>
              </a:spcBef>
            </a:pPr>
            <a:r>
              <a:rPr lang="en-US" sz="3999" u="none">
                <a:solidFill>
                  <a:srgbClr val="DBC6AE"/>
                </a:solidFill>
                <a:latin typeface="Billion Miracles"/>
                <a:ea typeface="Billion Miracles"/>
                <a:cs typeface="Billion Miracles"/>
                <a:sym typeface="Billion Miracles"/>
              </a:rPr>
              <a:t>Interment</a:t>
            </a:r>
          </a:p>
        </p:txBody>
      </p:sp>
      <p:sp>
        <p:nvSpPr>
          <p:cNvPr name="TextBox 6" id="6"/>
          <p:cNvSpPr txBox="true"/>
          <p:nvPr/>
        </p:nvSpPr>
        <p:spPr>
          <a:xfrm rot="0">
            <a:off x="4107790" y="2952622"/>
            <a:ext cx="2476419" cy="524847"/>
          </a:xfrm>
          <a:prstGeom prst="rect">
            <a:avLst/>
          </a:prstGeom>
        </p:spPr>
        <p:txBody>
          <a:bodyPr anchor="t" rtlCol="false" tIns="0" lIns="0" bIns="0" rIns="0">
            <a:spAutoFit/>
          </a:bodyPr>
          <a:lstStyle/>
          <a:p>
            <a:pPr algn="ctr" marL="0" indent="0" lvl="0">
              <a:lnSpc>
                <a:spcPts val="1403"/>
              </a:lnSpc>
              <a:spcBef>
                <a:spcPct val="0"/>
              </a:spcBef>
            </a:pPr>
            <a:r>
              <a:rPr lang="en-US" sz="899" spc="62" u="none">
                <a:solidFill>
                  <a:srgbClr val="FFFFFF"/>
                </a:solidFill>
                <a:latin typeface="DM Sans"/>
                <a:ea typeface="DM Sans"/>
                <a:cs typeface="DM Sans"/>
                <a:sym typeface="DM Sans"/>
              </a:rPr>
              <a:t>SEPTEMBER 12TH | 10:00 AM</a:t>
            </a:r>
          </a:p>
          <a:p>
            <a:pPr algn="ctr" marL="0" indent="0" lvl="0">
              <a:lnSpc>
                <a:spcPts val="1403"/>
              </a:lnSpc>
              <a:spcBef>
                <a:spcPct val="0"/>
              </a:spcBef>
            </a:pPr>
            <a:r>
              <a:rPr lang="en-US" sz="899" spc="62" u="none">
                <a:solidFill>
                  <a:srgbClr val="FFFFFF"/>
                </a:solidFill>
                <a:latin typeface="DM Sans"/>
                <a:ea typeface="DM Sans"/>
                <a:cs typeface="DM Sans"/>
                <a:sym typeface="DM Sans"/>
              </a:rPr>
              <a:t>123 ANYWHERE ST.,</a:t>
            </a:r>
          </a:p>
          <a:p>
            <a:pPr algn="ctr" marL="0" indent="0" lvl="0">
              <a:lnSpc>
                <a:spcPts val="1403"/>
              </a:lnSpc>
              <a:spcBef>
                <a:spcPct val="0"/>
              </a:spcBef>
            </a:pPr>
            <a:r>
              <a:rPr lang="en-US" sz="899" spc="62" u="none">
                <a:solidFill>
                  <a:srgbClr val="FFFFFF"/>
                </a:solidFill>
                <a:latin typeface="DM Sans"/>
                <a:ea typeface="DM Sans"/>
                <a:cs typeface="DM Sans"/>
                <a:sym typeface="DM Sans"/>
              </a:rPr>
              <a:t>ANY CITY, ST 12345</a:t>
            </a:r>
          </a:p>
        </p:txBody>
      </p:sp>
      <p:sp>
        <p:nvSpPr>
          <p:cNvPr name="Freeform 7" id="7"/>
          <p:cNvSpPr/>
          <p:nvPr/>
        </p:nvSpPr>
        <p:spPr>
          <a:xfrm flipH="false" flipV="false" rot="-3280134">
            <a:off x="4815550" y="3999676"/>
            <a:ext cx="1490495" cy="1452360"/>
          </a:xfrm>
          <a:custGeom>
            <a:avLst/>
            <a:gdLst/>
            <a:ahLst/>
            <a:cxnLst/>
            <a:rect r="r" b="b" t="t" l="l"/>
            <a:pathLst>
              <a:path h="1452360" w="1490495">
                <a:moveTo>
                  <a:pt x="0" y="0"/>
                </a:moveTo>
                <a:lnTo>
                  <a:pt x="1490495" y="0"/>
                </a:lnTo>
                <a:lnTo>
                  <a:pt x="1490495" y="1452360"/>
                </a:lnTo>
                <a:lnTo>
                  <a:pt x="0" y="1452360"/>
                </a:lnTo>
                <a:lnTo>
                  <a:pt x="0" y="0"/>
                </a:lnTo>
                <a:close/>
              </a:path>
            </a:pathLst>
          </a:custGeom>
          <a:blipFill>
            <a:blip r:embed="rId2"/>
            <a:stretch>
              <a:fillRect l="0" t="-45780" r="-8057" b="-67992"/>
            </a:stretch>
          </a:blipFill>
        </p:spPr>
      </p:sp>
      <p:sp>
        <p:nvSpPr>
          <p:cNvPr name="Freeform 8" id="8"/>
          <p:cNvSpPr/>
          <p:nvPr/>
        </p:nvSpPr>
        <p:spPr>
          <a:xfrm flipH="false" flipV="false" rot="5110337">
            <a:off x="1467918" y="3385176"/>
            <a:ext cx="1490495" cy="1452360"/>
          </a:xfrm>
          <a:custGeom>
            <a:avLst/>
            <a:gdLst/>
            <a:ahLst/>
            <a:cxnLst/>
            <a:rect r="r" b="b" t="t" l="l"/>
            <a:pathLst>
              <a:path h="1452360" w="1490495">
                <a:moveTo>
                  <a:pt x="0" y="0"/>
                </a:moveTo>
                <a:lnTo>
                  <a:pt x="1490495" y="0"/>
                </a:lnTo>
                <a:lnTo>
                  <a:pt x="1490495" y="1452360"/>
                </a:lnTo>
                <a:lnTo>
                  <a:pt x="0" y="1452360"/>
                </a:lnTo>
                <a:lnTo>
                  <a:pt x="0" y="0"/>
                </a:lnTo>
                <a:close/>
              </a:path>
            </a:pathLst>
          </a:custGeom>
          <a:blipFill>
            <a:blip r:embed="rId2"/>
            <a:stretch>
              <a:fillRect l="0" t="-45780" r="-8057" b="-67992"/>
            </a:stretch>
          </a:blipFill>
        </p:spPr>
      </p:sp>
      <p:sp>
        <p:nvSpPr>
          <p:cNvPr name="Freeform 9" id="9"/>
          <p:cNvSpPr/>
          <p:nvPr/>
        </p:nvSpPr>
        <p:spPr>
          <a:xfrm flipH="false" flipV="false" rot="-9997029">
            <a:off x="1361152" y="2983123"/>
            <a:ext cx="1490495" cy="1452360"/>
          </a:xfrm>
          <a:custGeom>
            <a:avLst/>
            <a:gdLst/>
            <a:ahLst/>
            <a:cxnLst/>
            <a:rect r="r" b="b" t="t" l="l"/>
            <a:pathLst>
              <a:path h="1452360" w="1490495">
                <a:moveTo>
                  <a:pt x="0" y="0"/>
                </a:moveTo>
                <a:lnTo>
                  <a:pt x="1490495" y="0"/>
                </a:lnTo>
                <a:lnTo>
                  <a:pt x="1490495" y="1452360"/>
                </a:lnTo>
                <a:lnTo>
                  <a:pt x="0" y="1452360"/>
                </a:lnTo>
                <a:lnTo>
                  <a:pt x="0" y="0"/>
                </a:lnTo>
                <a:close/>
              </a:path>
            </a:pathLst>
          </a:custGeom>
          <a:blipFill>
            <a:blip r:embed="rId2"/>
            <a:stretch>
              <a:fillRect l="0" t="-45780" r="-8057" b="-67992"/>
            </a:stretch>
          </a:blipFill>
        </p:spPr>
      </p:sp>
      <p:sp>
        <p:nvSpPr>
          <p:cNvPr name="TextBox 10" id="10"/>
          <p:cNvSpPr txBox="true"/>
          <p:nvPr/>
        </p:nvSpPr>
        <p:spPr>
          <a:xfrm rot="0">
            <a:off x="4107790" y="5000019"/>
            <a:ext cx="2476419" cy="168270"/>
          </a:xfrm>
          <a:prstGeom prst="rect">
            <a:avLst/>
          </a:prstGeom>
        </p:spPr>
        <p:txBody>
          <a:bodyPr anchor="t" rtlCol="false" tIns="0" lIns="0" bIns="0" rIns="0">
            <a:spAutoFit/>
          </a:bodyPr>
          <a:lstStyle/>
          <a:p>
            <a:pPr algn="ctr" marL="0" indent="0" lvl="0">
              <a:lnSpc>
                <a:spcPts val="1404"/>
              </a:lnSpc>
              <a:spcBef>
                <a:spcPct val="0"/>
              </a:spcBef>
            </a:pPr>
            <a:r>
              <a:rPr lang="en-US" sz="900" spc="63" u="none">
                <a:solidFill>
                  <a:srgbClr val="FFFFFF"/>
                </a:solidFill>
                <a:latin typeface="DM Sans"/>
                <a:ea typeface="DM Sans"/>
                <a:cs typeface="DM Sans"/>
                <a:sym typeface="DM Sans"/>
              </a:rPr>
              <a:t>SIMPLE LUNCH FOLLOWS.</a:t>
            </a:r>
          </a:p>
        </p:txBody>
      </p:sp>
      <p:sp>
        <p:nvSpPr>
          <p:cNvPr name="TextBox 11" id="11"/>
          <p:cNvSpPr txBox="true"/>
          <p:nvPr/>
        </p:nvSpPr>
        <p:spPr>
          <a:xfrm rot="0">
            <a:off x="1067590" y="3410544"/>
            <a:ext cx="2077618" cy="700812"/>
          </a:xfrm>
          <a:prstGeom prst="rect">
            <a:avLst/>
          </a:prstGeom>
        </p:spPr>
        <p:txBody>
          <a:bodyPr anchor="t" rtlCol="false" tIns="0" lIns="0" bIns="0" rIns="0">
            <a:spAutoFit/>
          </a:bodyPr>
          <a:lstStyle/>
          <a:p>
            <a:pPr algn="ctr" marL="0" indent="0" lvl="0">
              <a:lnSpc>
                <a:spcPts val="1403"/>
              </a:lnSpc>
              <a:spcBef>
                <a:spcPct val="0"/>
              </a:spcBef>
            </a:pPr>
            <a:r>
              <a:rPr lang="en-US" sz="899" spc="62" u="none">
                <a:solidFill>
                  <a:srgbClr val="FFFFFF"/>
                </a:solidFill>
                <a:latin typeface="DM Sans"/>
                <a:ea typeface="DM Sans"/>
                <a:cs typeface="DM Sans"/>
                <a:sym typeface="DM Sans"/>
              </a:rPr>
              <a:t>WE'LL REMEMBER HER</a:t>
            </a:r>
          </a:p>
          <a:p>
            <a:pPr algn="ctr" marL="0" indent="0" lvl="0">
              <a:lnSpc>
                <a:spcPts val="1403"/>
              </a:lnSpc>
              <a:spcBef>
                <a:spcPct val="0"/>
              </a:spcBef>
            </a:pPr>
            <a:r>
              <a:rPr lang="en-US" sz="899" spc="62" u="none">
                <a:solidFill>
                  <a:srgbClr val="FFFFFF"/>
                </a:solidFill>
                <a:latin typeface="DM Sans"/>
                <a:ea typeface="DM Sans"/>
                <a:cs typeface="DM Sans"/>
                <a:sym typeface="DM Sans"/>
              </a:rPr>
              <a:t>AS A LOVING MOTHER, GRANDMOTHER,</a:t>
            </a:r>
          </a:p>
          <a:p>
            <a:pPr algn="ctr" marL="0" indent="0" lvl="0">
              <a:lnSpc>
                <a:spcPts val="1403"/>
              </a:lnSpc>
              <a:spcBef>
                <a:spcPct val="0"/>
              </a:spcBef>
            </a:pPr>
            <a:r>
              <a:rPr lang="en-US" sz="899" spc="62" u="none">
                <a:solidFill>
                  <a:srgbClr val="FFFFFF"/>
                </a:solidFill>
                <a:latin typeface="DM Sans"/>
                <a:ea typeface="DM Sans"/>
                <a:cs typeface="DM Sans"/>
                <a:sym typeface="DM Sans"/>
              </a:rPr>
              <a:t>AUNT, AND FRIEND.</a:t>
            </a:r>
          </a:p>
        </p:txBody>
      </p:sp>
      <p:grpSp>
        <p:nvGrpSpPr>
          <p:cNvPr name="Group 12" id="12"/>
          <p:cNvGrpSpPr>
            <a:grpSpLocks noChangeAspect="true"/>
          </p:cNvGrpSpPr>
          <p:nvPr/>
        </p:nvGrpSpPr>
        <p:grpSpPr>
          <a:xfrm rot="0">
            <a:off x="7903979" y="2682264"/>
            <a:ext cx="1394043" cy="1905992"/>
            <a:chOff x="0" y="0"/>
            <a:chExt cx="4644390" cy="6350000"/>
          </a:xfrm>
        </p:grpSpPr>
        <p:sp>
          <p:nvSpPr>
            <p:cNvPr name="Freeform 13" id="13"/>
            <p:cNvSpPr/>
            <p:nvPr/>
          </p:nvSpPr>
          <p:spPr>
            <a:xfrm flipH="false" flipV="false" rot="0">
              <a:off x="0" y="0"/>
              <a:ext cx="4644390" cy="6350000"/>
            </a:xfrm>
            <a:custGeom>
              <a:avLst/>
              <a:gdLst/>
              <a:ahLst/>
              <a:cxnLst/>
              <a:rect r="r" b="b" t="t" l="l"/>
              <a:pathLst>
                <a:path h="6350000" w="4644390">
                  <a:moveTo>
                    <a:pt x="4290060" y="1007110"/>
                  </a:moveTo>
                  <a:lnTo>
                    <a:pt x="3637280" y="353060"/>
                  </a:lnTo>
                  <a:lnTo>
                    <a:pt x="2783840" y="0"/>
                  </a:lnTo>
                  <a:lnTo>
                    <a:pt x="1860550" y="0"/>
                  </a:lnTo>
                  <a:lnTo>
                    <a:pt x="1007110" y="353060"/>
                  </a:lnTo>
                  <a:lnTo>
                    <a:pt x="353060" y="1007110"/>
                  </a:lnTo>
                  <a:lnTo>
                    <a:pt x="0" y="1860550"/>
                  </a:lnTo>
                  <a:lnTo>
                    <a:pt x="0" y="2571750"/>
                  </a:lnTo>
                  <a:lnTo>
                    <a:pt x="0" y="2783840"/>
                  </a:lnTo>
                  <a:lnTo>
                    <a:pt x="0" y="6350000"/>
                  </a:lnTo>
                  <a:lnTo>
                    <a:pt x="4644390" y="6350000"/>
                  </a:lnTo>
                  <a:lnTo>
                    <a:pt x="4644390" y="2783840"/>
                  </a:lnTo>
                  <a:lnTo>
                    <a:pt x="4644390" y="2571750"/>
                  </a:lnTo>
                  <a:lnTo>
                    <a:pt x="4644390" y="1860550"/>
                  </a:lnTo>
                  <a:lnTo>
                    <a:pt x="4290060" y="1007110"/>
                  </a:lnTo>
                  <a:close/>
                </a:path>
              </a:pathLst>
            </a:custGeom>
            <a:blipFill>
              <a:blip r:embed="rId3"/>
              <a:stretch>
                <a:fillRect l="-15814" t="-29480" r="-39715" b="-40831"/>
              </a:stretch>
            </a:blipFill>
          </p:spPr>
        </p:sp>
      </p:grpSp>
      <p:sp>
        <p:nvSpPr>
          <p:cNvPr name="Freeform 14" id="14"/>
          <p:cNvSpPr/>
          <p:nvPr/>
        </p:nvSpPr>
        <p:spPr>
          <a:xfrm flipH="false" flipV="false" rot="1659706">
            <a:off x="7788815" y="149435"/>
            <a:ext cx="1490495" cy="1452360"/>
          </a:xfrm>
          <a:custGeom>
            <a:avLst/>
            <a:gdLst/>
            <a:ahLst/>
            <a:cxnLst/>
            <a:rect r="r" b="b" t="t" l="l"/>
            <a:pathLst>
              <a:path h="1452360" w="1490495">
                <a:moveTo>
                  <a:pt x="0" y="0"/>
                </a:moveTo>
                <a:lnTo>
                  <a:pt x="1490496" y="0"/>
                </a:lnTo>
                <a:lnTo>
                  <a:pt x="1490496" y="1452360"/>
                </a:lnTo>
                <a:lnTo>
                  <a:pt x="0" y="1452360"/>
                </a:lnTo>
                <a:lnTo>
                  <a:pt x="0" y="0"/>
                </a:lnTo>
                <a:close/>
              </a:path>
            </a:pathLst>
          </a:custGeom>
          <a:blipFill>
            <a:blip r:embed="rId2"/>
            <a:stretch>
              <a:fillRect l="0" t="-45780" r="-8057" b="-67992"/>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92929"/>
        </a:solidFill>
      </p:bgPr>
    </p:bg>
    <p:spTree>
      <p:nvGrpSpPr>
        <p:cNvPr id="1" name=""/>
        <p:cNvGrpSpPr/>
        <p:nvPr/>
      </p:nvGrpSpPr>
      <p:grpSpPr>
        <a:xfrm>
          <a:off x="0" y="0"/>
          <a:ext cx="0" cy="0"/>
          <a:chOff x="0" y="0"/>
          <a:chExt cx="0" cy="0"/>
        </a:xfrm>
      </p:grpSpPr>
      <p:sp>
        <p:nvSpPr>
          <p:cNvPr name="TextBox 2" id="2"/>
          <p:cNvSpPr txBox="true"/>
          <p:nvPr/>
        </p:nvSpPr>
        <p:spPr>
          <a:xfrm rot="0">
            <a:off x="822584" y="3253515"/>
            <a:ext cx="2501471" cy="1710129"/>
          </a:xfrm>
          <a:prstGeom prst="rect">
            <a:avLst/>
          </a:prstGeom>
        </p:spPr>
        <p:txBody>
          <a:bodyPr anchor="t" rtlCol="false" tIns="0" lIns="0" bIns="0" rIns="0">
            <a:spAutoFit/>
          </a:bodyPr>
          <a:lstStyle/>
          <a:p>
            <a:pPr algn="ctr" marL="0" indent="0" lvl="0">
              <a:lnSpc>
                <a:spcPts val="1404"/>
              </a:lnSpc>
              <a:spcBef>
                <a:spcPct val="0"/>
              </a:spcBef>
            </a:pPr>
            <a:r>
              <a:rPr lang="en-US" sz="900" spc="63" u="none">
                <a:solidFill>
                  <a:srgbClr val="FFFFFF"/>
                </a:solidFill>
                <a:latin typeface="DM Sans"/>
                <a:ea typeface="DM Sans"/>
                <a:cs typeface="DM Sans"/>
                <a:sym typeface="DM Sans"/>
              </a:rPr>
              <a:t>Sed dictum a urna vitae laoreet. Aliquam sit amet dolor id enim pulvinar iaculis. Suspendisse viverra, orci non sagittis luctus, nisl eros pulvinar ex, id efficitur tortor massa eget diam. Phasellus volutpat, ligula quis feugiat facilisis, nulla odio semper sem, sed facilisis. Suspendisse viverra, orci non sagittis luctus, nisl eros pulvinar ex, id efficitur tortor massa eget diam.</a:t>
            </a:r>
          </a:p>
        </p:txBody>
      </p:sp>
      <p:sp>
        <p:nvSpPr>
          <p:cNvPr name="TextBox 3" id="3"/>
          <p:cNvSpPr txBox="true"/>
          <p:nvPr/>
        </p:nvSpPr>
        <p:spPr>
          <a:xfrm rot="0">
            <a:off x="822584" y="2863056"/>
            <a:ext cx="2501471" cy="339014"/>
          </a:xfrm>
          <a:prstGeom prst="rect">
            <a:avLst/>
          </a:prstGeom>
        </p:spPr>
        <p:txBody>
          <a:bodyPr anchor="t" rtlCol="false" tIns="0" lIns="0" bIns="0" rIns="0">
            <a:spAutoFit/>
          </a:bodyPr>
          <a:lstStyle/>
          <a:p>
            <a:pPr algn="ctr" marL="0" indent="0" lvl="0">
              <a:lnSpc>
                <a:spcPts val="1999"/>
              </a:lnSpc>
              <a:spcBef>
                <a:spcPct val="0"/>
              </a:spcBef>
            </a:pPr>
            <a:r>
              <a:rPr lang="en-US" sz="3999" u="none">
                <a:solidFill>
                  <a:srgbClr val="DBC6AE"/>
                </a:solidFill>
                <a:latin typeface="Billion Miracles"/>
                <a:ea typeface="Billion Miracles"/>
                <a:cs typeface="Billion Miracles"/>
                <a:sym typeface="Billion Miracles"/>
              </a:rPr>
              <a:t>In Memoriam</a:t>
            </a:r>
          </a:p>
        </p:txBody>
      </p:sp>
      <p:sp>
        <p:nvSpPr>
          <p:cNvPr name="TextBox 4" id="4"/>
          <p:cNvSpPr txBox="true"/>
          <p:nvPr/>
        </p:nvSpPr>
        <p:spPr>
          <a:xfrm rot="0">
            <a:off x="4107790" y="3060985"/>
            <a:ext cx="2476419" cy="339014"/>
          </a:xfrm>
          <a:prstGeom prst="rect">
            <a:avLst/>
          </a:prstGeom>
        </p:spPr>
        <p:txBody>
          <a:bodyPr anchor="t" rtlCol="false" tIns="0" lIns="0" bIns="0" rIns="0">
            <a:spAutoFit/>
          </a:bodyPr>
          <a:lstStyle/>
          <a:p>
            <a:pPr algn="ctr" marL="0" indent="0" lvl="0">
              <a:lnSpc>
                <a:spcPts val="1999"/>
              </a:lnSpc>
              <a:spcBef>
                <a:spcPct val="0"/>
              </a:spcBef>
            </a:pPr>
            <a:r>
              <a:rPr lang="en-US" sz="3999" u="none">
                <a:solidFill>
                  <a:srgbClr val="DBC6AE"/>
                </a:solidFill>
                <a:latin typeface="Billion Miracles"/>
                <a:ea typeface="Billion Miracles"/>
                <a:cs typeface="Billion Miracles"/>
                <a:sym typeface="Billion Miracles"/>
              </a:rPr>
              <a:t>Thank You</a:t>
            </a:r>
          </a:p>
        </p:txBody>
      </p:sp>
      <p:sp>
        <p:nvSpPr>
          <p:cNvPr name="Freeform 5" id="5"/>
          <p:cNvSpPr/>
          <p:nvPr/>
        </p:nvSpPr>
        <p:spPr>
          <a:xfrm flipH="false" flipV="false" rot="-422514">
            <a:off x="4745284" y="3329643"/>
            <a:ext cx="1490495" cy="1452360"/>
          </a:xfrm>
          <a:custGeom>
            <a:avLst/>
            <a:gdLst/>
            <a:ahLst/>
            <a:cxnLst/>
            <a:rect r="r" b="b" t="t" l="l"/>
            <a:pathLst>
              <a:path h="1452360" w="1490495">
                <a:moveTo>
                  <a:pt x="0" y="0"/>
                </a:moveTo>
                <a:lnTo>
                  <a:pt x="1490496" y="0"/>
                </a:lnTo>
                <a:lnTo>
                  <a:pt x="1490496" y="1452360"/>
                </a:lnTo>
                <a:lnTo>
                  <a:pt x="0" y="1452360"/>
                </a:lnTo>
                <a:lnTo>
                  <a:pt x="0" y="0"/>
                </a:lnTo>
                <a:close/>
              </a:path>
            </a:pathLst>
          </a:custGeom>
          <a:blipFill>
            <a:blip r:embed="rId2"/>
            <a:stretch>
              <a:fillRect l="0" t="-45780" r="-8057" b="-67992"/>
            </a:stretch>
          </a:blipFill>
        </p:spPr>
      </p:sp>
      <p:sp>
        <p:nvSpPr>
          <p:cNvPr name="TextBox 6" id="6"/>
          <p:cNvSpPr txBox="true"/>
          <p:nvPr/>
        </p:nvSpPr>
        <p:spPr>
          <a:xfrm rot="0">
            <a:off x="4107790" y="3443337"/>
            <a:ext cx="2476419" cy="348882"/>
          </a:xfrm>
          <a:prstGeom prst="rect">
            <a:avLst/>
          </a:prstGeom>
        </p:spPr>
        <p:txBody>
          <a:bodyPr anchor="t" rtlCol="false" tIns="0" lIns="0" bIns="0" rIns="0">
            <a:spAutoFit/>
          </a:bodyPr>
          <a:lstStyle/>
          <a:p>
            <a:pPr algn="ctr" marL="0" indent="0" lvl="0">
              <a:lnSpc>
                <a:spcPts val="1403"/>
              </a:lnSpc>
              <a:spcBef>
                <a:spcPct val="0"/>
              </a:spcBef>
            </a:pPr>
            <a:r>
              <a:rPr lang="en-US" sz="899" spc="62" u="none">
                <a:solidFill>
                  <a:srgbClr val="FFFFFF"/>
                </a:solidFill>
                <a:latin typeface="DM Sans"/>
                <a:ea typeface="DM Sans"/>
                <a:cs typeface="DM Sans"/>
                <a:sym typeface="DM Sans"/>
              </a:rPr>
              <a:t>THANK YOU FOR ALL THE KIND</a:t>
            </a:r>
          </a:p>
          <a:p>
            <a:pPr algn="ctr" marL="0" indent="0" lvl="0">
              <a:lnSpc>
                <a:spcPts val="1403"/>
              </a:lnSpc>
              <a:spcBef>
                <a:spcPct val="0"/>
              </a:spcBef>
            </a:pPr>
            <a:r>
              <a:rPr lang="en-US" sz="899" spc="62" u="none">
                <a:solidFill>
                  <a:srgbClr val="FFFFFF"/>
                </a:solidFill>
                <a:latin typeface="DM Sans"/>
                <a:ea typeface="DM Sans"/>
                <a:cs typeface="DM Sans"/>
                <a:sym typeface="DM Sans"/>
              </a:rPr>
              <a:t>MESSAGES AND PRAYERS.</a:t>
            </a:r>
          </a:p>
        </p:txBody>
      </p:sp>
      <p:sp>
        <p:nvSpPr>
          <p:cNvPr name="TextBox 7" id="7"/>
          <p:cNvSpPr txBox="true"/>
          <p:nvPr/>
        </p:nvSpPr>
        <p:spPr>
          <a:xfrm rot="0">
            <a:off x="7329043" y="2236474"/>
            <a:ext cx="2501471" cy="510905"/>
          </a:xfrm>
          <a:prstGeom prst="rect">
            <a:avLst/>
          </a:prstGeom>
        </p:spPr>
        <p:txBody>
          <a:bodyPr anchor="t" rtlCol="false" tIns="0" lIns="0" bIns="0" rIns="0">
            <a:spAutoFit/>
          </a:bodyPr>
          <a:lstStyle/>
          <a:p>
            <a:pPr algn="ctr" marL="0" indent="0" lvl="0">
              <a:lnSpc>
                <a:spcPts val="1404"/>
              </a:lnSpc>
              <a:spcBef>
                <a:spcPct val="0"/>
              </a:spcBef>
            </a:pPr>
            <a:r>
              <a:rPr lang="en-US" sz="900" spc="63" u="none">
                <a:solidFill>
                  <a:srgbClr val="FFFFFF"/>
                </a:solidFill>
                <a:latin typeface="DM Sans"/>
                <a:ea typeface="DM Sans"/>
                <a:cs typeface="DM Sans"/>
                <a:sym typeface="DM Sans"/>
              </a:rPr>
              <a:t>Sed dictum a urna vitae laoreet. Aliquam sit amet dolor id enim pulvinar iaculis. Suspendisse viverra.</a:t>
            </a:r>
          </a:p>
        </p:txBody>
      </p:sp>
      <p:sp>
        <p:nvSpPr>
          <p:cNvPr name="TextBox 8" id="8"/>
          <p:cNvSpPr txBox="true"/>
          <p:nvPr/>
        </p:nvSpPr>
        <p:spPr>
          <a:xfrm rot="0">
            <a:off x="7329043" y="1924207"/>
            <a:ext cx="2501471" cy="245331"/>
          </a:xfrm>
          <a:prstGeom prst="rect">
            <a:avLst/>
          </a:prstGeom>
        </p:spPr>
        <p:txBody>
          <a:bodyPr anchor="t" rtlCol="false" tIns="0" lIns="0" bIns="0" rIns="0">
            <a:spAutoFit/>
          </a:bodyPr>
          <a:lstStyle/>
          <a:p>
            <a:pPr algn="ctr" marL="0" indent="0" lvl="0">
              <a:lnSpc>
                <a:spcPts val="2027"/>
              </a:lnSpc>
              <a:spcBef>
                <a:spcPct val="0"/>
              </a:spcBef>
            </a:pPr>
            <a:r>
              <a:rPr lang="en-US" sz="1299" spc="90" u="none">
                <a:solidFill>
                  <a:srgbClr val="FFFFFF"/>
                </a:solidFill>
                <a:latin typeface="DM Sans"/>
                <a:ea typeface="DM Sans"/>
                <a:cs typeface="DM Sans"/>
                <a:sym typeface="DM Sans"/>
              </a:rPr>
              <a:t>THE LITURGY</a:t>
            </a:r>
          </a:p>
        </p:txBody>
      </p:sp>
      <p:sp>
        <p:nvSpPr>
          <p:cNvPr name="TextBox 9" id="9"/>
          <p:cNvSpPr txBox="true"/>
          <p:nvPr/>
        </p:nvSpPr>
        <p:spPr>
          <a:xfrm rot="0">
            <a:off x="7329043" y="3486572"/>
            <a:ext cx="2501471" cy="524847"/>
          </a:xfrm>
          <a:prstGeom prst="rect">
            <a:avLst/>
          </a:prstGeom>
        </p:spPr>
        <p:txBody>
          <a:bodyPr anchor="t" rtlCol="false" tIns="0" lIns="0" bIns="0" rIns="0">
            <a:spAutoFit/>
          </a:bodyPr>
          <a:lstStyle/>
          <a:p>
            <a:pPr algn="ctr" marL="0" indent="0" lvl="0">
              <a:lnSpc>
                <a:spcPts val="1403"/>
              </a:lnSpc>
              <a:spcBef>
                <a:spcPct val="0"/>
              </a:spcBef>
            </a:pPr>
            <a:r>
              <a:rPr lang="en-US" sz="899" spc="62" u="none">
                <a:solidFill>
                  <a:srgbClr val="FFFFFF"/>
                </a:solidFill>
                <a:latin typeface="DM Sans"/>
                <a:ea typeface="DM Sans"/>
                <a:cs typeface="DM Sans"/>
                <a:sym typeface="DM Sans"/>
              </a:rPr>
              <a:t>Sed dictum a urna vitae laoreet. Aliquam sit amet dolor id enim pulvinar iaculis. Suspendisse viverra.</a:t>
            </a:r>
          </a:p>
        </p:txBody>
      </p:sp>
      <p:sp>
        <p:nvSpPr>
          <p:cNvPr name="TextBox 10" id="10"/>
          <p:cNvSpPr txBox="true"/>
          <p:nvPr/>
        </p:nvSpPr>
        <p:spPr>
          <a:xfrm rot="0">
            <a:off x="7329043" y="3174305"/>
            <a:ext cx="2501471" cy="238304"/>
          </a:xfrm>
          <a:prstGeom prst="rect">
            <a:avLst/>
          </a:prstGeom>
        </p:spPr>
        <p:txBody>
          <a:bodyPr anchor="t" rtlCol="false" tIns="0" lIns="0" bIns="0" rIns="0">
            <a:spAutoFit/>
          </a:bodyPr>
          <a:lstStyle/>
          <a:p>
            <a:pPr algn="ctr" marL="0" indent="0" lvl="0">
              <a:lnSpc>
                <a:spcPts val="2027"/>
              </a:lnSpc>
              <a:spcBef>
                <a:spcPct val="0"/>
              </a:spcBef>
            </a:pPr>
            <a:r>
              <a:rPr lang="en-US" sz="1299" spc="90" u="none">
                <a:solidFill>
                  <a:srgbClr val="FFFFFF"/>
                </a:solidFill>
                <a:latin typeface="DM Sans"/>
                <a:ea typeface="DM Sans"/>
                <a:cs typeface="DM Sans"/>
                <a:sym typeface="DM Sans"/>
              </a:rPr>
              <a:t>MEMORIAL</a:t>
            </a:r>
          </a:p>
        </p:txBody>
      </p:sp>
      <p:sp>
        <p:nvSpPr>
          <p:cNvPr name="TextBox 11" id="11"/>
          <p:cNvSpPr txBox="true"/>
          <p:nvPr/>
        </p:nvSpPr>
        <p:spPr>
          <a:xfrm rot="0">
            <a:off x="7329043" y="4829790"/>
            <a:ext cx="2501471" cy="524847"/>
          </a:xfrm>
          <a:prstGeom prst="rect">
            <a:avLst/>
          </a:prstGeom>
        </p:spPr>
        <p:txBody>
          <a:bodyPr anchor="t" rtlCol="false" tIns="0" lIns="0" bIns="0" rIns="0">
            <a:spAutoFit/>
          </a:bodyPr>
          <a:lstStyle/>
          <a:p>
            <a:pPr algn="ctr" marL="0" indent="0" lvl="0">
              <a:lnSpc>
                <a:spcPts val="1403"/>
              </a:lnSpc>
              <a:spcBef>
                <a:spcPct val="0"/>
              </a:spcBef>
            </a:pPr>
            <a:r>
              <a:rPr lang="en-US" sz="899" spc="62" u="none">
                <a:solidFill>
                  <a:srgbClr val="FFFFFF"/>
                </a:solidFill>
                <a:latin typeface="DM Sans"/>
                <a:ea typeface="DM Sans"/>
                <a:cs typeface="DM Sans"/>
                <a:sym typeface="DM Sans"/>
              </a:rPr>
              <a:t>Sed dictum a urna vitae laoreet. Aliquam sit amet dolor id enim pulvinar iaculis. Suspendisse viverra.</a:t>
            </a:r>
          </a:p>
        </p:txBody>
      </p:sp>
      <p:sp>
        <p:nvSpPr>
          <p:cNvPr name="TextBox 12" id="12"/>
          <p:cNvSpPr txBox="true"/>
          <p:nvPr/>
        </p:nvSpPr>
        <p:spPr>
          <a:xfrm rot="0">
            <a:off x="7329043" y="4517523"/>
            <a:ext cx="2501471" cy="238304"/>
          </a:xfrm>
          <a:prstGeom prst="rect">
            <a:avLst/>
          </a:prstGeom>
        </p:spPr>
        <p:txBody>
          <a:bodyPr anchor="t" rtlCol="false" tIns="0" lIns="0" bIns="0" rIns="0">
            <a:spAutoFit/>
          </a:bodyPr>
          <a:lstStyle/>
          <a:p>
            <a:pPr algn="ctr" marL="0" indent="0" lvl="0">
              <a:lnSpc>
                <a:spcPts val="2027"/>
              </a:lnSpc>
              <a:spcBef>
                <a:spcPct val="0"/>
              </a:spcBef>
            </a:pPr>
            <a:r>
              <a:rPr lang="en-US" sz="1299" spc="90" u="none">
                <a:solidFill>
                  <a:srgbClr val="FFFFFF"/>
                </a:solidFill>
                <a:latin typeface="DM Sans"/>
                <a:ea typeface="DM Sans"/>
                <a:cs typeface="DM Sans"/>
                <a:sym typeface="DM Sans"/>
              </a:rPr>
              <a:t>BLESSING</a:t>
            </a:r>
          </a:p>
        </p:txBody>
      </p:sp>
      <p:sp>
        <p:nvSpPr>
          <p:cNvPr name="TextBox 13" id="13"/>
          <p:cNvSpPr txBox="true"/>
          <p:nvPr/>
        </p:nvSpPr>
        <p:spPr>
          <a:xfrm rot="0">
            <a:off x="7329043" y="6194952"/>
            <a:ext cx="2501471" cy="524847"/>
          </a:xfrm>
          <a:prstGeom prst="rect">
            <a:avLst/>
          </a:prstGeom>
        </p:spPr>
        <p:txBody>
          <a:bodyPr anchor="t" rtlCol="false" tIns="0" lIns="0" bIns="0" rIns="0">
            <a:spAutoFit/>
          </a:bodyPr>
          <a:lstStyle/>
          <a:p>
            <a:pPr algn="ctr" marL="0" indent="0" lvl="0">
              <a:lnSpc>
                <a:spcPts val="1403"/>
              </a:lnSpc>
              <a:spcBef>
                <a:spcPct val="0"/>
              </a:spcBef>
            </a:pPr>
            <a:r>
              <a:rPr lang="en-US" sz="899" spc="62" u="none">
                <a:solidFill>
                  <a:srgbClr val="FFFFFF"/>
                </a:solidFill>
                <a:latin typeface="DM Sans"/>
                <a:ea typeface="DM Sans"/>
                <a:cs typeface="DM Sans"/>
                <a:sym typeface="DM Sans"/>
              </a:rPr>
              <a:t>Sed dictum a urna vitae laoreet. Aliquam sit amet dolor id enim pulvinar iaculis. Suspendisse viverra.</a:t>
            </a:r>
          </a:p>
        </p:txBody>
      </p:sp>
      <p:sp>
        <p:nvSpPr>
          <p:cNvPr name="TextBox 14" id="14"/>
          <p:cNvSpPr txBox="true"/>
          <p:nvPr/>
        </p:nvSpPr>
        <p:spPr>
          <a:xfrm rot="0">
            <a:off x="7329043" y="5882685"/>
            <a:ext cx="2501471" cy="238304"/>
          </a:xfrm>
          <a:prstGeom prst="rect">
            <a:avLst/>
          </a:prstGeom>
        </p:spPr>
        <p:txBody>
          <a:bodyPr anchor="t" rtlCol="false" tIns="0" lIns="0" bIns="0" rIns="0">
            <a:spAutoFit/>
          </a:bodyPr>
          <a:lstStyle/>
          <a:p>
            <a:pPr algn="ctr" marL="0" indent="0" lvl="0">
              <a:lnSpc>
                <a:spcPts val="2027"/>
              </a:lnSpc>
              <a:spcBef>
                <a:spcPct val="0"/>
              </a:spcBef>
            </a:pPr>
            <a:r>
              <a:rPr lang="en-US" sz="1299" spc="90" u="none">
                <a:solidFill>
                  <a:srgbClr val="FFFFFF"/>
                </a:solidFill>
                <a:latin typeface="DM Sans"/>
                <a:ea typeface="DM Sans"/>
                <a:cs typeface="DM Sans"/>
                <a:sym typeface="DM Sans"/>
              </a:rPr>
              <a:t>RECESSIONAL</a:t>
            </a:r>
          </a:p>
        </p:txBody>
      </p:sp>
      <p:sp>
        <p:nvSpPr>
          <p:cNvPr name="TextBox 15" id="15"/>
          <p:cNvSpPr txBox="true"/>
          <p:nvPr/>
        </p:nvSpPr>
        <p:spPr>
          <a:xfrm rot="0">
            <a:off x="7623355" y="970978"/>
            <a:ext cx="1912848" cy="589129"/>
          </a:xfrm>
          <a:prstGeom prst="rect">
            <a:avLst/>
          </a:prstGeom>
        </p:spPr>
        <p:txBody>
          <a:bodyPr anchor="t" rtlCol="false" tIns="0" lIns="0" bIns="0" rIns="0">
            <a:spAutoFit/>
          </a:bodyPr>
          <a:lstStyle/>
          <a:p>
            <a:pPr algn="ctr" marL="0" indent="0" lvl="0">
              <a:lnSpc>
                <a:spcPts val="1999"/>
              </a:lnSpc>
              <a:spcBef>
                <a:spcPct val="0"/>
              </a:spcBef>
            </a:pPr>
            <a:r>
              <a:rPr lang="en-US" sz="3999" u="none">
                <a:solidFill>
                  <a:srgbClr val="DBC6AE"/>
                </a:solidFill>
                <a:latin typeface="Billion Miracles"/>
                <a:ea typeface="Billion Miracles"/>
                <a:cs typeface="Billion Miracles"/>
                <a:sym typeface="Billion Miracles"/>
              </a:rPr>
              <a:t>Order of</a:t>
            </a:r>
          </a:p>
          <a:p>
            <a:pPr algn="ctr" marL="0" indent="0" lvl="0">
              <a:lnSpc>
                <a:spcPts val="1999"/>
              </a:lnSpc>
              <a:spcBef>
                <a:spcPct val="0"/>
              </a:spcBef>
            </a:pPr>
            <a:r>
              <a:rPr lang="en-US" sz="3999" u="none">
                <a:solidFill>
                  <a:srgbClr val="DBC6AE"/>
                </a:solidFill>
                <a:latin typeface="Billion Miracles"/>
                <a:ea typeface="Billion Miracles"/>
                <a:cs typeface="Billion Miracles"/>
                <a:sym typeface="Billion Miracles"/>
              </a:rPr>
              <a:t>Service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DAHAtAADNyY</dc:identifier>
  <dcterms:modified xsi:type="dcterms:W3CDTF">2011-08-01T06:04:30Z</dcterms:modified>
  <cp:revision>1</cp:revision>
  <dc:title>Dark Gray Elegant Modern Funeral Trifold Brochure</dc:title>
</cp:coreProperties>
</file>