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29LT Riwaya" charset="1" panose="00000500000000000000"/>
      <p:regular r:id="rId7"/>
    </p:embeddedFont>
    <p:embeddedFont>
      <p:font typeface="Tangerine Bold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64" t="0" r="-4366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6503" y="-318977"/>
            <a:ext cx="11220007" cy="13514646"/>
            <a:chOff x="0" y="0"/>
            <a:chExt cx="2955064" cy="3559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5064" cy="3559413"/>
            </a:xfrm>
            <a:custGeom>
              <a:avLst/>
              <a:gdLst/>
              <a:ahLst/>
              <a:cxnLst/>
              <a:rect r="r" b="b" t="t" l="l"/>
              <a:pathLst>
                <a:path h="3559413" w="2955064">
                  <a:moveTo>
                    <a:pt x="0" y="0"/>
                  </a:moveTo>
                  <a:lnTo>
                    <a:pt x="2955064" y="0"/>
                  </a:lnTo>
                  <a:lnTo>
                    <a:pt x="2955064" y="3559413"/>
                  </a:lnTo>
                  <a:lnTo>
                    <a:pt x="0" y="3559413"/>
                  </a:ln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55064" cy="3597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044" y="446743"/>
            <a:ext cx="9370955" cy="11965264"/>
            <a:chOff x="0" y="0"/>
            <a:chExt cx="2468070" cy="31513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8070" cy="3151345"/>
            </a:xfrm>
            <a:custGeom>
              <a:avLst/>
              <a:gdLst/>
              <a:ahLst/>
              <a:cxnLst/>
              <a:rect r="r" b="b" t="t" l="l"/>
              <a:pathLst>
                <a:path h="3151345" w="2468070">
                  <a:moveTo>
                    <a:pt x="0" y="0"/>
                  </a:moveTo>
                  <a:lnTo>
                    <a:pt x="2468070" y="0"/>
                  </a:lnTo>
                  <a:lnTo>
                    <a:pt x="2468070" y="3151345"/>
                  </a:lnTo>
                  <a:lnTo>
                    <a:pt x="0" y="3151345"/>
                  </a:lnTo>
                  <a:close/>
                </a:path>
              </a:pathLst>
            </a:custGeom>
            <a:ln w="19050" cap="sq">
              <a:solidFill>
                <a:srgbClr val="C8AC3F">
                  <a:alpha val="7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68070" cy="318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91799" y="1900307"/>
            <a:ext cx="4903402" cy="5388353"/>
            <a:chOff x="0" y="0"/>
            <a:chExt cx="57785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785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778500">
                  <a:moveTo>
                    <a:pt x="2889250" y="0"/>
                  </a:moveTo>
                  <a:cubicBezTo>
                    <a:pt x="1258570" y="0"/>
                    <a:pt x="0" y="1144270"/>
                    <a:pt x="0" y="2917190"/>
                  </a:cubicBezTo>
                  <a:cubicBezTo>
                    <a:pt x="0" y="4175760"/>
                    <a:pt x="0" y="6350000"/>
                    <a:pt x="0" y="6350000"/>
                  </a:cubicBezTo>
                  <a:lnTo>
                    <a:pt x="2889250" y="6350000"/>
                  </a:lnTo>
                  <a:lnTo>
                    <a:pt x="5778500" y="6350000"/>
                  </a:lnTo>
                  <a:cubicBezTo>
                    <a:pt x="5778500" y="6350000"/>
                    <a:pt x="5778500" y="4175760"/>
                    <a:pt x="5778500" y="2917190"/>
                  </a:cubicBezTo>
                  <a:cubicBezTo>
                    <a:pt x="5778500" y="1144270"/>
                    <a:pt x="4519930" y="0"/>
                    <a:pt x="288925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144" r="0" b="-20185"/>
              </a:stretch>
            </a:blipFill>
            <a:ln w="47625" cap="sq">
              <a:solidFill>
                <a:srgbClr val="C8AC3F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101127" y="10395862"/>
            <a:ext cx="6084745" cy="188074"/>
          </a:xfrm>
          <a:custGeom>
            <a:avLst/>
            <a:gdLst/>
            <a:ahLst/>
            <a:cxnLst/>
            <a:rect r="r" b="b" t="t" l="l"/>
            <a:pathLst>
              <a:path h="188074" w="6084745">
                <a:moveTo>
                  <a:pt x="0" y="0"/>
                </a:moveTo>
                <a:lnTo>
                  <a:pt x="6084746" y="0"/>
                </a:lnTo>
                <a:lnTo>
                  <a:pt x="6084746" y="188074"/>
                </a:lnTo>
                <a:lnTo>
                  <a:pt x="0" y="188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05193" y="9568425"/>
            <a:ext cx="6476614" cy="57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0"/>
              </a:lnSpc>
            </a:pPr>
            <a:r>
              <a:rPr lang="en-US" sz="3414">
                <a:solidFill>
                  <a:srgbClr val="FFE787"/>
                </a:solidFill>
                <a:latin typeface="29LT Riwaya"/>
                <a:ea typeface="29LT Riwaya"/>
                <a:cs typeface="29LT Riwaya"/>
                <a:sym typeface="29LT Riwaya"/>
              </a:rPr>
              <a:t>January 9,1980-Agustus 20,2024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5120" y="1013630"/>
            <a:ext cx="5096760" cy="153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1"/>
              </a:lnSpc>
            </a:pPr>
            <a:r>
              <a:rPr lang="en-US" sz="4393">
                <a:solidFill>
                  <a:srgbClr val="FFE787"/>
                </a:solidFill>
                <a:latin typeface="29LT Riwaya"/>
                <a:ea typeface="29LT Riwaya"/>
                <a:cs typeface="29LT Riwaya"/>
                <a:sym typeface="29LT Riwaya"/>
              </a:rPr>
              <a:t>Celebrating the life of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1273" y="7242274"/>
            <a:ext cx="8494682" cy="248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69"/>
              </a:lnSpc>
            </a:pPr>
            <a:r>
              <a:rPr lang="en-US" b="true" sz="14478">
                <a:solidFill>
                  <a:srgbClr val="FFE787"/>
                </a:solidFill>
                <a:latin typeface="Tangerine Bold"/>
                <a:ea typeface="Tangerine Bold"/>
                <a:cs typeface="Tangerine Bold"/>
                <a:sym typeface="Tangerine Bold"/>
              </a:rPr>
              <a:t>Olivia Wilson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48279" y="10223199"/>
            <a:ext cx="2990442" cy="52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>
                <a:solidFill>
                  <a:srgbClr val="FFE787"/>
                </a:solidFill>
                <a:latin typeface="29LT Riwaya"/>
                <a:ea typeface="29LT Riwaya"/>
                <a:cs typeface="29LT Riwaya"/>
                <a:sym typeface="29LT Riwaya"/>
              </a:rPr>
              <a:t>Funeral Service: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95120" y="10693628"/>
            <a:ext cx="5096760" cy="52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>
                <a:solidFill>
                  <a:srgbClr val="FFE787"/>
                </a:solidFill>
                <a:latin typeface="29LT Riwaya"/>
                <a:ea typeface="29LT Riwaya"/>
                <a:cs typeface="29LT Riwaya"/>
                <a:sym typeface="29LT Riwaya"/>
              </a:rPr>
              <a:t>Agustus 20,2024 | at 3:00pm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28763" y="11199490"/>
            <a:ext cx="4265518" cy="36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9"/>
              </a:lnSpc>
            </a:pPr>
            <a:r>
              <a:rPr lang="en-US" sz="2092">
                <a:solidFill>
                  <a:srgbClr val="FFE787"/>
                </a:solidFill>
                <a:latin typeface="29LT Riwaya"/>
                <a:ea typeface="29LT Riwaya"/>
                <a:cs typeface="29LT Riwaya"/>
                <a:sym typeface="29LT Riwaya"/>
              </a:rPr>
              <a:t>123 Anywhere st., Any City, ST 12345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185873" y="9258300"/>
            <a:ext cx="2861072" cy="5143500"/>
          </a:xfrm>
          <a:custGeom>
            <a:avLst/>
            <a:gdLst/>
            <a:ahLst/>
            <a:cxnLst/>
            <a:rect r="r" b="b" t="t" l="l"/>
            <a:pathLst>
              <a:path h="5143500" w="2861072">
                <a:moveTo>
                  <a:pt x="0" y="0"/>
                </a:moveTo>
                <a:lnTo>
                  <a:pt x="2861072" y="0"/>
                </a:lnTo>
                <a:lnTo>
                  <a:pt x="286107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9353832">
            <a:off x="-183349" y="-840024"/>
            <a:ext cx="2424098" cy="4357928"/>
          </a:xfrm>
          <a:custGeom>
            <a:avLst/>
            <a:gdLst/>
            <a:ahLst/>
            <a:cxnLst/>
            <a:rect r="r" b="b" t="t" l="l"/>
            <a:pathLst>
              <a:path h="4357928" w="2424098">
                <a:moveTo>
                  <a:pt x="0" y="0"/>
                </a:moveTo>
                <a:lnTo>
                  <a:pt x="2424098" y="0"/>
                </a:lnTo>
                <a:lnTo>
                  <a:pt x="2424098" y="4357928"/>
                </a:lnTo>
                <a:lnTo>
                  <a:pt x="0" y="43579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4994240">
            <a:off x="4033024" y="10745699"/>
            <a:ext cx="2861072" cy="5143500"/>
          </a:xfrm>
          <a:custGeom>
            <a:avLst/>
            <a:gdLst/>
            <a:ahLst/>
            <a:cxnLst/>
            <a:rect r="r" b="b" t="t" l="l"/>
            <a:pathLst>
              <a:path h="5143500" w="2861072">
                <a:moveTo>
                  <a:pt x="0" y="0"/>
                </a:moveTo>
                <a:lnTo>
                  <a:pt x="2861072" y="0"/>
                </a:lnTo>
                <a:lnTo>
                  <a:pt x="286107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312282">
            <a:off x="2436230" y="-2603828"/>
            <a:ext cx="2424098" cy="4357928"/>
          </a:xfrm>
          <a:custGeom>
            <a:avLst/>
            <a:gdLst/>
            <a:ahLst/>
            <a:cxnLst/>
            <a:rect r="r" b="b" t="t" l="l"/>
            <a:pathLst>
              <a:path h="4357928" w="2424098">
                <a:moveTo>
                  <a:pt x="0" y="0"/>
                </a:moveTo>
                <a:lnTo>
                  <a:pt x="2424098" y="0"/>
                </a:lnTo>
                <a:lnTo>
                  <a:pt x="2424098" y="4357929"/>
                </a:lnTo>
                <a:lnTo>
                  <a:pt x="0" y="43579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DAHAtD4cFmg</dc:identifier>
  <dcterms:modified xsi:type="dcterms:W3CDTF">2011-08-01T06:04:30Z</dcterms:modified>
  <cp:revision>1</cp:revision>
  <dc:title>Black Gold Simple Memorial Instagram Post</dc:title>
</cp:coreProperties>
</file>