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Lst>
  <p:sldSz cx="7556500" cy="10693400"/>
  <p:notesSz cx="6858000" cy="9144000"/>
  <p:embeddedFontLst>
    <p:embeddedFont>
      <p:font typeface="Julius Sans One" charset="1" panose="02000000000000000000"/>
      <p:regular r:id="rId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fonts/font8.fntdata" Type="http://schemas.openxmlformats.org/officeDocument/2006/relationships/font"/></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242424"/>
        </a:solidFill>
      </p:bgPr>
    </p:bg>
    <p:spTree>
      <p:nvGrpSpPr>
        <p:cNvPr id="1" name=""/>
        <p:cNvGrpSpPr/>
        <p:nvPr/>
      </p:nvGrpSpPr>
      <p:grpSpPr>
        <a:xfrm>
          <a:off x="0" y="0"/>
          <a:ext cx="0" cy="0"/>
          <a:chOff x="0" y="0"/>
          <a:chExt cx="0" cy="0"/>
        </a:xfrm>
      </p:grpSpPr>
      <p:sp>
        <p:nvSpPr>
          <p:cNvPr name="TextBox 2" id="2"/>
          <p:cNvSpPr txBox="true"/>
          <p:nvPr/>
        </p:nvSpPr>
        <p:spPr>
          <a:xfrm rot="0">
            <a:off x="756000" y="3396899"/>
            <a:ext cx="6048000" cy="1108750"/>
          </a:xfrm>
          <a:prstGeom prst="rect">
            <a:avLst/>
          </a:prstGeom>
        </p:spPr>
        <p:txBody>
          <a:bodyPr anchor="t" rtlCol="false" tIns="0" lIns="0" bIns="0" rIns="0">
            <a:spAutoFit/>
          </a:bodyPr>
          <a:lstStyle/>
          <a:p>
            <a:pPr algn="ctr" marL="0" indent="0" lvl="1">
              <a:lnSpc>
                <a:spcPts val="4419"/>
              </a:lnSpc>
              <a:spcBef>
                <a:spcPct val="0"/>
              </a:spcBef>
            </a:pPr>
            <a:r>
              <a:rPr lang="en-US" sz="3399" spc="1764">
                <a:solidFill>
                  <a:srgbClr val="FFFFFF"/>
                </a:solidFill>
                <a:latin typeface="Julius Sans One"/>
                <a:ea typeface="Julius Sans One"/>
                <a:cs typeface="Julius Sans One"/>
                <a:sym typeface="Julius Sans One"/>
              </a:rPr>
              <a:t>KORINA VILLANUEVA</a:t>
            </a:r>
          </a:p>
        </p:txBody>
      </p:sp>
      <p:sp>
        <p:nvSpPr>
          <p:cNvPr name="TextBox 3" id="3"/>
          <p:cNvSpPr txBox="true"/>
          <p:nvPr/>
        </p:nvSpPr>
        <p:spPr>
          <a:xfrm rot="0">
            <a:off x="1052498" y="6423819"/>
            <a:ext cx="5455005" cy="1174400"/>
          </a:xfrm>
          <a:prstGeom prst="rect">
            <a:avLst/>
          </a:prstGeom>
        </p:spPr>
        <p:txBody>
          <a:bodyPr anchor="t" rtlCol="false" tIns="0" lIns="0" bIns="0" rIns="0">
            <a:spAutoFit/>
          </a:bodyPr>
          <a:lstStyle/>
          <a:p>
            <a:pPr algn="ctr" marL="0" indent="0" lvl="1">
              <a:lnSpc>
                <a:spcPts val="3185"/>
              </a:lnSpc>
              <a:spcBef>
                <a:spcPct val="0"/>
              </a:spcBef>
            </a:pPr>
            <a:r>
              <a:rPr lang="en-US" sz="1799" spc="637" u="none">
                <a:solidFill>
                  <a:srgbClr val="F4F1EA"/>
                </a:solidFill>
                <a:latin typeface="Julius Sans One"/>
                <a:ea typeface="Julius Sans One"/>
                <a:cs typeface="Julius Sans One"/>
                <a:sym typeface="Julius Sans One"/>
              </a:rPr>
              <a:t>PLEASE JOIN US AS WE SAY GOODBYE TO A LOVING SISTER AND FRIEND</a:t>
            </a:r>
          </a:p>
        </p:txBody>
      </p:sp>
      <p:sp>
        <p:nvSpPr>
          <p:cNvPr name="TextBox 4" id="4"/>
          <p:cNvSpPr txBox="true"/>
          <p:nvPr/>
        </p:nvSpPr>
        <p:spPr>
          <a:xfrm rot="0">
            <a:off x="1324156" y="8787975"/>
            <a:ext cx="4911688" cy="789285"/>
          </a:xfrm>
          <a:prstGeom prst="rect">
            <a:avLst/>
          </a:prstGeom>
        </p:spPr>
        <p:txBody>
          <a:bodyPr anchor="t" rtlCol="false" tIns="0" lIns="0" bIns="0" rIns="0">
            <a:spAutoFit/>
          </a:bodyPr>
          <a:lstStyle/>
          <a:p>
            <a:pPr algn="ctr" marL="0" indent="0" lvl="1">
              <a:lnSpc>
                <a:spcPts val="2124"/>
              </a:lnSpc>
              <a:spcBef>
                <a:spcPct val="0"/>
              </a:spcBef>
            </a:pPr>
            <a:r>
              <a:rPr lang="en-US" sz="1200" spc="424" u="none">
                <a:solidFill>
                  <a:srgbClr val="F4F1EA"/>
                </a:solidFill>
                <a:latin typeface="Julius Sans One"/>
                <a:ea typeface="Julius Sans One"/>
                <a:cs typeface="Julius Sans One"/>
                <a:sym typeface="Julius Sans One"/>
              </a:rPr>
              <a:t>4TH OF AUGUST 2023</a:t>
            </a:r>
          </a:p>
          <a:p>
            <a:pPr algn="ctr" marL="0" indent="0" lvl="1">
              <a:lnSpc>
                <a:spcPts val="2124"/>
              </a:lnSpc>
              <a:spcBef>
                <a:spcPct val="0"/>
              </a:spcBef>
            </a:pPr>
            <a:r>
              <a:rPr lang="en-US" sz="1200" spc="424" u="none">
                <a:solidFill>
                  <a:srgbClr val="F4F1EA"/>
                </a:solidFill>
                <a:latin typeface="Julius Sans One"/>
                <a:ea typeface="Julius Sans One"/>
                <a:cs typeface="Julius Sans One"/>
                <a:sym typeface="Julius Sans One"/>
              </a:rPr>
              <a:t>10 O'CLOCK IN THE MORNING</a:t>
            </a:r>
          </a:p>
          <a:p>
            <a:pPr algn="ctr" marL="0" indent="0" lvl="1">
              <a:lnSpc>
                <a:spcPts val="2124"/>
              </a:lnSpc>
              <a:spcBef>
                <a:spcPct val="0"/>
              </a:spcBef>
            </a:pPr>
            <a:r>
              <a:rPr lang="en-US" sz="1200" spc="424" u="none">
                <a:solidFill>
                  <a:srgbClr val="F4F1EA"/>
                </a:solidFill>
                <a:latin typeface="Julius Sans One"/>
                <a:ea typeface="Julius Sans One"/>
                <a:cs typeface="Julius Sans One"/>
                <a:sym typeface="Julius Sans One"/>
              </a:rPr>
              <a:t>123 ANYWHERE ST., ANY CITY</a:t>
            </a:r>
          </a:p>
        </p:txBody>
      </p:sp>
      <p:sp>
        <p:nvSpPr>
          <p:cNvPr name="TextBox 5" id="5"/>
          <p:cNvSpPr txBox="true"/>
          <p:nvPr/>
        </p:nvSpPr>
        <p:spPr>
          <a:xfrm rot="0">
            <a:off x="2489340" y="1655191"/>
            <a:ext cx="2581320" cy="860912"/>
          </a:xfrm>
          <a:prstGeom prst="rect">
            <a:avLst/>
          </a:prstGeom>
        </p:spPr>
        <p:txBody>
          <a:bodyPr anchor="t" rtlCol="false" tIns="0" lIns="0" bIns="0" rIns="0">
            <a:spAutoFit/>
          </a:bodyPr>
          <a:lstStyle/>
          <a:p>
            <a:pPr algn="ctr" marL="0" indent="0" lvl="1">
              <a:lnSpc>
                <a:spcPts val="2124"/>
              </a:lnSpc>
            </a:pPr>
            <a:r>
              <a:rPr lang="en-US" sz="1200" spc="424">
                <a:solidFill>
                  <a:srgbClr val="F4F1EA"/>
                </a:solidFill>
                <a:latin typeface="Julius Sans One"/>
                <a:ea typeface="Julius Sans One"/>
                <a:cs typeface="Julius Sans One"/>
                <a:sym typeface="Julius Sans One"/>
              </a:rPr>
              <a:t>IN LOVING MEMORY OF</a:t>
            </a:r>
          </a:p>
        </p:txBody>
      </p:sp>
      <p:sp>
        <p:nvSpPr>
          <p:cNvPr name="TextBox 6" id="6"/>
          <p:cNvSpPr txBox="true"/>
          <p:nvPr/>
        </p:nvSpPr>
        <p:spPr>
          <a:xfrm rot="0">
            <a:off x="1137853" y="4699079"/>
            <a:ext cx="5284295" cy="255983"/>
          </a:xfrm>
          <a:prstGeom prst="rect">
            <a:avLst/>
          </a:prstGeom>
        </p:spPr>
        <p:txBody>
          <a:bodyPr anchor="t" rtlCol="false" tIns="0" lIns="0" bIns="0" rIns="0">
            <a:spAutoFit/>
          </a:bodyPr>
          <a:lstStyle/>
          <a:p>
            <a:pPr algn="ctr" marL="0" indent="0" lvl="1">
              <a:lnSpc>
                <a:spcPts val="2124"/>
              </a:lnSpc>
              <a:spcBef>
                <a:spcPct val="0"/>
              </a:spcBef>
            </a:pPr>
            <a:r>
              <a:rPr lang="en-US" sz="1200" spc="424" u="none">
                <a:solidFill>
                  <a:srgbClr val="F4F1EA"/>
                </a:solidFill>
                <a:latin typeface="Julius Sans One"/>
                <a:ea typeface="Julius Sans One"/>
                <a:cs typeface="Julius Sans One"/>
                <a:sym typeface="Julius Sans One"/>
              </a:rPr>
              <a:t>OCTOBER 06, 1952 - MAY 07, 2023 </a:t>
            </a:r>
          </a:p>
        </p:txBody>
      </p:sp>
      <p:grpSp>
        <p:nvGrpSpPr>
          <p:cNvPr name="Group 7" id="7"/>
          <p:cNvGrpSpPr/>
          <p:nvPr/>
        </p:nvGrpSpPr>
        <p:grpSpPr>
          <a:xfrm rot="2426488">
            <a:off x="5738980" y="355094"/>
            <a:ext cx="1594697" cy="1591764"/>
            <a:chOff x="0" y="0"/>
            <a:chExt cx="2126262" cy="2122352"/>
          </a:xfrm>
        </p:grpSpPr>
        <p:sp>
          <p:nvSpPr>
            <p:cNvPr name="Freeform 8" id="8"/>
            <p:cNvSpPr/>
            <p:nvPr/>
          </p:nvSpPr>
          <p:spPr>
            <a:xfrm flipH="false" flipV="false" rot="-10800000">
              <a:off x="665136" y="405266"/>
              <a:ext cx="760734" cy="1717086"/>
            </a:xfrm>
            <a:custGeom>
              <a:avLst/>
              <a:gdLst/>
              <a:ahLst/>
              <a:cxnLst/>
              <a:rect r="r" b="b" t="t" l="l"/>
              <a:pathLst>
                <a:path h="1717086" w="760734">
                  <a:moveTo>
                    <a:pt x="0" y="0"/>
                  </a:moveTo>
                  <a:lnTo>
                    <a:pt x="760735" y="0"/>
                  </a:lnTo>
                  <a:lnTo>
                    <a:pt x="760735" y="1717086"/>
                  </a:lnTo>
                  <a:lnTo>
                    <a:pt x="0" y="1717086"/>
                  </a:lnTo>
                  <a:lnTo>
                    <a:pt x="0" y="0"/>
                  </a:lnTo>
                  <a:close/>
                </a:path>
              </a:pathLst>
            </a:custGeom>
            <a:blipFill>
              <a:blip r:embed="rId2">
                <a:extLst>
                  <a:ext uri="{96DAC541-7B7A-43D3-8B79-37D633B846F1}">
                    <asvg:svgBlip xmlns:asvg="http://schemas.microsoft.com/office/drawing/2016/SVG/main" r:embed="rId3"/>
                  </a:ext>
                </a:extLst>
              </a:blip>
              <a:stretch>
                <a:fillRect l="-158610" t="-42354" r="-158452" b="-42420"/>
              </a:stretch>
            </a:blipFill>
          </p:spPr>
        </p:sp>
        <p:sp>
          <p:nvSpPr>
            <p:cNvPr name="Freeform 9" id="9"/>
            <p:cNvSpPr/>
            <p:nvPr/>
          </p:nvSpPr>
          <p:spPr>
            <a:xfrm flipH="false" flipV="false" rot="8782555">
              <a:off x="1258132" y="49593"/>
              <a:ext cx="563252" cy="1271341"/>
            </a:xfrm>
            <a:custGeom>
              <a:avLst/>
              <a:gdLst/>
              <a:ahLst/>
              <a:cxnLst/>
              <a:rect r="r" b="b" t="t" l="l"/>
              <a:pathLst>
                <a:path h="1271341" w="563252">
                  <a:moveTo>
                    <a:pt x="0" y="0"/>
                  </a:moveTo>
                  <a:lnTo>
                    <a:pt x="563252" y="0"/>
                  </a:lnTo>
                  <a:lnTo>
                    <a:pt x="563252" y="1271341"/>
                  </a:lnTo>
                  <a:lnTo>
                    <a:pt x="0" y="1271341"/>
                  </a:lnTo>
                  <a:lnTo>
                    <a:pt x="0" y="0"/>
                  </a:lnTo>
                  <a:close/>
                </a:path>
              </a:pathLst>
            </a:custGeom>
            <a:blipFill>
              <a:blip r:embed="rId2">
                <a:extLst>
                  <a:ext uri="{96DAC541-7B7A-43D3-8B79-37D633B846F1}">
                    <asvg:svgBlip xmlns:asvg="http://schemas.microsoft.com/office/drawing/2016/SVG/main" r:embed="rId3"/>
                  </a:ext>
                </a:extLst>
              </a:blip>
              <a:stretch>
                <a:fillRect l="-158610" t="-42354" r="-158452" b="-42420"/>
              </a:stretch>
            </a:blipFill>
          </p:spPr>
        </p:sp>
        <p:sp>
          <p:nvSpPr>
            <p:cNvPr name="Freeform 10" id="10"/>
            <p:cNvSpPr/>
            <p:nvPr/>
          </p:nvSpPr>
          <p:spPr>
            <a:xfrm flipH="true" flipV="false" rot="-8385943">
              <a:off x="343959" y="133903"/>
              <a:ext cx="563252" cy="1271341"/>
            </a:xfrm>
            <a:custGeom>
              <a:avLst/>
              <a:gdLst/>
              <a:ahLst/>
              <a:cxnLst/>
              <a:rect r="r" b="b" t="t" l="l"/>
              <a:pathLst>
                <a:path h="1271341" w="563252">
                  <a:moveTo>
                    <a:pt x="563252" y="0"/>
                  </a:moveTo>
                  <a:lnTo>
                    <a:pt x="0" y="0"/>
                  </a:lnTo>
                  <a:lnTo>
                    <a:pt x="0" y="1271341"/>
                  </a:lnTo>
                  <a:lnTo>
                    <a:pt x="563252" y="1271341"/>
                  </a:lnTo>
                  <a:lnTo>
                    <a:pt x="563252" y="0"/>
                  </a:lnTo>
                  <a:close/>
                </a:path>
              </a:pathLst>
            </a:custGeom>
            <a:blipFill>
              <a:blip r:embed="rId2">
                <a:extLst>
                  <a:ext uri="{96DAC541-7B7A-43D3-8B79-37D633B846F1}">
                    <asvg:svgBlip xmlns:asvg="http://schemas.microsoft.com/office/drawing/2016/SVG/main" r:embed="rId3"/>
                  </a:ext>
                </a:extLst>
              </a:blip>
              <a:stretch>
                <a:fillRect l="-158610" t="-42354" r="-158452" b="-42420"/>
              </a:stretch>
            </a:blipFill>
          </p:spPr>
        </p:sp>
      </p:grpSp>
      <p:grpSp>
        <p:nvGrpSpPr>
          <p:cNvPr name="Group 11" id="11"/>
          <p:cNvGrpSpPr/>
          <p:nvPr/>
        </p:nvGrpSpPr>
        <p:grpSpPr>
          <a:xfrm rot="-2560506">
            <a:off x="248286" y="355094"/>
            <a:ext cx="1594697" cy="1591764"/>
            <a:chOff x="0" y="0"/>
            <a:chExt cx="2126262" cy="2122352"/>
          </a:xfrm>
        </p:grpSpPr>
        <p:sp>
          <p:nvSpPr>
            <p:cNvPr name="Freeform 12" id="12"/>
            <p:cNvSpPr/>
            <p:nvPr/>
          </p:nvSpPr>
          <p:spPr>
            <a:xfrm flipH="false" flipV="false" rot="-10800000">
              <a:off x="665136" y="405266"/>
              <a:ext cx="760734" cy="1717086"/>
            </a:xfrm>
            <a:custGeom>
              <a:avLst/>
              <a:gdLst/>
              <a:ahLst/>
              <a:cxnLst/>
              <a:rect r="r" b="b" t="t" l="l"/>
              <a:pathLst>
                <a:path h="1717086" w="760734">
                  <a:moveTo>
                    <a:pt x="0" y="0"/>
                  </a:moveTo>
                  <a:lnTo>
                    <a:pt x="760735" y="0"/>
                  </a:lnTo>
                  <a:lnTo>
                    <a:pt x="760735" y="1717086"/>
                  </a:lnTo>
                  <a:lnTo>
                    <a:pt x="0" y="1717086"/>
                  </a:lnTo>
                  <a:lnTo>
                    <a:pt x="0" y="0"/>
                  </a:lnTo>
                  <a:close/>
                </a:path>
              </a:pathLst>
            </a:custGeom>
            <a:blipFill>
              <a:blip r:embed="rId2">
                <a:extLst>
                  <a:ext uri="{96DAC541-7B7A-43D3-8B79-37D633B846F1}">
                    <asvg:svgBlip xmlns:asvg="http://schemas.microsoft.com/office/drawing/2016/SVG/main" r:embed="rId3"/>
                  </a:ext>
                </a:extLst>
              </a:blip>
              <a:stretch>
                <a:fillRect l="-158610" t="-42354" r="-158452" b="-42420"/>
              </a:stretch>
            </a:blipFill>
          </p:spPr>
        </p:sp>
        <p:sp>
          <p:nvSpPr>
            <p:cNvPr name="Freeform 13" id="13"/>
            <p:cNvSpPr/>
            <p:nvPr/>
          </p:nvSpPr>
          <p:spPr>
            <a:xfrm flipH="false" flipV="false" rot="8782555">
              <a:off x="1258132" y="49593"/>
              <a:ext cx="563252" cy="1271341"/>
            </a:xfrm>
            <a:custGeom>
              <a:avLst/>
              <a:gdLst/>
              <a:ahLst/>
              <a:cxnLst/>
              <a:rect r="r" b="b" t="t" l="l"/>
              <a:pathLst>
                <a:path h="1271341" w="563252">
                  <a:moveTo>
                    <a:pt x="0" y="0"/>
                  </a:moveTo>
                  <a:lnTo>
                    <a:pt x="563252" y="0"/>
                  </a:lnTo>
                  <a:lnTo>
                    <a:pt x="563252" y="1271341"/>
                  </a:lnTo>
                  <a:lnTo>
                    <a:pt x="0" y="1271341"/>
                  </a:lnTo>
                  <a:lnTo>
                    <a:pt x="0" y="0"/>
                  </a:lnTo>
                  <a:close/>
                </a:path>
              </a:pathLst>
            </a:custGeom>
            <a:blipFill>
              <a:blip r:embed="rId2">
                <a:extLst>
                  <a:ext uri="{96DAC541-7B7A-43D3-8B79-37D633B846F1}">
                    <asvg:svgBlip xmlns:asvg="http://schemas.microsoft.com/office/drawing/2016/SVG/main" r:embed="rId3"/>
                  </a:ext>
                </a:extLst>
              </a:blip>
              <a:stretch>
                <a:fillRect l="-158610" t="-42354" r="-158452" b="-42420"/>
              </a:stretch>
            </a:blipFill>
          </p:spPr>
        </p:sp>
        <p:sp>
          <p:nvSpPr>
            <p:cNvPr name="Freeform 14" id="14"/>
            <p:cNvSpPr/>
            <p:nvPr/>
          </p:nvSpPr>
          <p:spPr>
            <a:xfrm flipH="true" flipV="false" rot="-8385943">
              <a:off x="343959" y="133903"/>
              <a:ext cx="563252" cy="1271341"/>
            </a:xfrm>
            <a:custGeom>
              <a:avLst/>
              <a:gdLst/>
              <a:ahLst/>
              <a:cxnLst/>
              <a:rect r="r" b="b" t="t" l="l"/>
              <a:pathLst>
                <a:path h="1271341" w="563252">
                  <a:moveTo>
                    <a:pt x="563252" y="0"/>
                  </a:moveTo>
                  <a:lnTo>
                    <a:pt x="0" y="0"/>
                  </a:lnTo>
                  <a:lnTo>
                    <a:pt x="0" y="1271341"/>
                  </a:lnTo>
                  <a:lnTo>
                    <a:pt x="563252" y="1271341"/>
                  </a:lnTo>
                  <a:lnTo>
                    <a:pt x="563252" y="0"/>
                  </a:lnTo>
                  <a:close/>
                </a:path>
              </a:pathLst>
            </a:custGeom>
            <a:blipFill>
              <a:blip r:embed="rId2">
                <a:extLst>
                  <a:ext uri="{96DAC541-7B7A-43D3-8B79-37D633B846F1}">
                    <asvg:svgBlip xmlns:asvg="http://schemas.microsoft.com/office/drawing/2016/SVG/main" r:embed="rId3"/>
                  </a:ext>
                </a:extLst>
              </a:blip>
              <a:stretch>
                <a:fillRect l="-158610" t="-42354" r="-158452" b="-42420"/>
              </a:stretch>
            </a:blipFill>
          </p:spPr>
        </p:sp>
      </p:grpSp>
      <p:sp>
        <p:nvSpPr>
          <p:cNvPr name="AutoShape 15" id="15"/>
          <p:cNvSpPr/>
          <p:nvPr/>
        </p:nvSpPr>
        <p:spPr>
          <a:xfrm rot="0">
            <a:off x="1564453" y="5270500"/>
            <a:ext cx="4431094" cy="0"/>
          </a:xfrm>
          <a:prstGeom prst="line">
            <a:avLst/>
          </a:prstGeom>
          <a:ln cap="flat" w="19050">
            <a:solidFill>
              <a:srgbClr val="F4F1EA"/>
            </a:solidFill>
            <a:prstDash val="sysDot"/>
            <a:headEnd type="none" len="sm" w="sm"/>
            <a:tailEnd type="none" len="sm" w="sm"/>
          </a:ln>
        </p:spPr>
      </p:sp>
      <p:grpSp>
        <p:nvGrpSpPr>
          <p:cNvPr name="Group 16" id="16"/>
          <p:cNvGrpSpPr/>
          <p:nvPr/>
        </p:nvGrpSpPr>
        <p:grpSpPr>
          <a:xfrm rot="0">
            <a:off x="3546150" y="2248287"/>
            <a:ext cx="467700" cy="807343"/>
            <a:chOff x="0" y="0"/>
            <a:chExt cx="623600" cy="1076457"/>
          </a:xfrm>
        </p:grpSpPr>
        <p:sp>
          <p:nvSpPr>
            <p:cNvPr name="AutoShape 17" id="17"/>
            <p:cNvSpPr/>
            <p:nvPr/>
          </p:nvSpPr>
          <p:spPr>
            <a:xfrm rot="0">
              <a:off x="0" y="284474"/>
              <a:ext cx="623600" cy="0"/>
            </a:xfrm>
            <a:prstGeom prst="line">
              <a:avLst/>
            </a:prstGeom>
            <a:ln cap="flat" w="25400">
              <a:solidFill>
                <a:srgbClr val="F4F1EA"/>
              </a:solidFill>
              <a:prstDash val="sysDot"/>
              <a:headEnd type="none" len="sm" w="sm"/>
              <a:tailEnd type="none" len="sm" w="sm"/>
            </a:ln>
          </p:spPr>
        </p:sp>
        <p:sp>
          <p:nvSpPr>
            <p:cNvPr name="AutoShape 18" id="18"/>
            <p:cNvSpPr/>
            <p:nvPr/>
          </p:nvSpPr>
          <p:spPr>
            <a:xfrm rot="-5400000">
              <a:off x="-226428" y="525529"/>
              <a:ext cx="1076457" cy="0"/>
            </a:xfrm>
            <a:prstGeom prst="line">
              <a:avLst/>
            </a:prstGeom>
            <a:ln cap="flat" w="25400">
              <a:solidFill>
                <a:srgbClr val="F4F1EA"/>
              </a:solidFill>
              <a:prstDash val="sysDot"/>
              <a:headEnd type="none" len="sm" w="sm"/>
              <a:tailEnd type="none" len="sm" w="sm"/>
            </a:ln>
          </p:spPr>
        </p:sp>
      </p:gr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1052498" y="1098611"/>
            <a:ext cx="5455005" cy="374449"/>
          </a:xfrm>
          <a:prstGeom prst="rect">
            <a:avLst/>
          </a:prstGeom>
        </p:spPr>
        <p:txBody>
          <a:bodyPr anchor="t" rtlCol="false" tIns="0" lIns="0" bIns="0" rIns="0">
            <a:spAutoFit/>
          </a:bodyPr>
          <a:lstStyle/>
          <a:p>
            <a:pPr algn="ctr" marL="0" indent="0" lvl="1">
              <a:lnSpc>
                <a:spcPts val="3185"/>
              </a:lnSpc>
              <a:spcBef>
                <a:spcPct val="0"/>
              </a:spcBef>
            </a:pPr>
            <a:r>
              <a:rPr lang="en-US" sz="1799" spc="637">
                <a:solidFill>
                  <a:srgbClr val="2B2B2B"/>
                </a:solidFill>
                <a:latin typeface="Julius Sans One"/>
                <a:ea typeface="Julius Sans One"/>
                <a:cs typeface="Julius Sans One"/>
                <a:sym typeface="Julius Sans One"/>
              </a:rPr>
              <a:t>OBITUARY</a:t>
            </a:r>
          </a:p>
        </p:txBody>
      </p:sp>
      <p:sp>
        <p:nvSpPr>
          <p:cNvPr name="TextBox 3" id="3"/>
          <p:cNvSpPr txBox="true"/>
          <p:nvPr/>
        </p:nvSpPr>
        <p:spPr>
          <a:xfrm rot="0">
            <a:off x="1052498" y="4136342"/>
            <a:ext cx="5455005" cy="374449"/>
          </a:xfrm>
          <a:prstGeom prst="rect">
            <a:avLst/>
          </a:prstGeom>
        </p:spPr>
        <p:txBody>
          <a:bodyPr anchor="t" rtlCol="false" tIns="0" lIns="0" bIns="0" rIns="0">
            <a:spAutoFit/>
          </a:bodyPr>
          <a:lstStyle/>
          <a:p>
            <a:pPr algn="ctr" marL="0" indent="0" lvl="1">
              <a:lnSpc>
                <a:spcPts val="3185"/>
              </a:lnSpc>
              <a:spcBef>
                <a:spcPct val="0"/>
              </a:spcBef>
            </a:pPr>
            <a:r>
              <a:rPr lang="en-US" sz="1799" spc="637">
                <a:solidFill>
                  <a:srgbClr val="2B2B2B"/>
                </a:solidFill>
                <a:latin typeface="Julius Sans One"/>
                <a:ea typeface="Julius Sans One"/>
                <a:cs typeface="Julius Sans One"/>
                <a:sym typeface="Julius Sans One"/>
              </a:rPr>
              <a:t>PALLBEARERS</a:t>
            </a:r>
          </a:p>
        </p:txBody>
      </p:sp>
      <p:sp>
        <p:nvSpPr>
          <p:cNvPr name="TextBox 4" id="4"/>
          <p:cNvSpPr txBox="true"/>
          <p:nvPr/>
        </p:nvSpPr>
        <p:spPr>
          <a:xfrm rot="0">
            <a:off x="1052498" y="6161665"/>
            <a:ext cx="5455005" cy="374449"/>
          </a:xfrm>
          <a:prstGeom prst="rect">
            <a:avLst/>
          </a:prstGeom>
        </p:spPr>
        <p:txBody>
          <a:bodyPr anchor="t" rtlCol="false" tIns="0" lIns="0" bIns="0" rIns="0">
            <a:spAutoFit/>
          </a:bodyPr>
          <a:lstStyle/>
          <a:p>
            <a:pPr algn="ctr" marL="0" indent="0" lvl="1">
              <a:lnSpc>
                <a:spcPts val="3185"/>
              </a:lnSpc>
              <a:spcBef>
                <a:spcPct val="0"/>
              </a:spcBef>
            </a:pPr>
            <a:r>
              <a:rPr lang="en-US" sz="1799" spc="637">
                <a:solidFill>
                  <a:srgbClr val="2B2B2B"/>
                </a:solidFill>
                <a:latin typeface="Julius Sans One"/>
                <a:ea typeface="Julius Sans One"/>
                <a:cs typeface="Julius Sans One"/>
                <a:sym typeface="Julius Sans One"/>
              </a:rPr>
              <a:t>ORDER OF SERVICE</a:t>
            </a:r>
          </a:p>
        </p:txBody>
      </p:sp>
      <p:sp>
        <p:nvSpPr>
          <p:cNvPr name="TextBox 5" id="5"/>
          <p:cNvSpPr txBox="true"/>
          <p:nvPr/>
        </p:nvSpPr>
        <p:spPr>
          <a:xfrm rot="0">
            <a:off x="1052498" y="1791776"/>
            <a:ext cx="5455005" cy="1771527"/>
          </a:xfrm>
          <a:prstGeom prst="rect">
            <a:avLst/>
          </a:prstGeom>
        </p:spPr>
        <p:txBody>
          <a:bodyPr anchor="t" rtlCol="false" tIns="0" lIns="0" bIns="0" rIns="0">
            <a:spAutoFit/>
          </a:bodyPr>
          <a:lstStyle/>
          <a:p>
            <a:pPr algn="ctr" marL="0" indent="0" lvl="1">
              <a:lnSpc>
                <a:spcPts val="2016"/>
              </a:lnSpc>
            </a:pPr>
            <a:r>
              <a:rPr lang="en-US" sz="1200" spc="322">
                <a:solidFill>
                  <a:srgbClr val="2B2B2B"/>
                </a:solidFill>
                <a:latin typeface="Julius Sans One"/>
                <a:ea typeface="Julius Sans One"/>
                <a:cs typeface="Julius Sans One"/>
                <a:sym typeface="Julius Sans One"/>
              </a:rPr>
              <a:t>SED DICTUM A URNA VITAE LAOREET. ALIQUAM SIT AMET DOLOR ID ENIM PULVINAR IACULIS. SUSPENDISSE VIVERRA, ORCI NON SAGITTIS LUCTUS, NISL EROS PULVINAR EX, ID EFFICITUR TORTOR MASSA EGET DIAM. PHASELLUS VOLUTPAT, LIGULA QUIS FEUGIAT FACILISIS, NULLA ODIO SEMPER SEM, SED FACILISIS.</a:t>
            </a:r>
          </a:p>
        </p:txBody>
      </p:sp>
      <p:sp>
        <p:nvSpPr>
          <p:cNvPr name="TextBox 6" id="6"/>
          <p:cNvSpPr txBox="true"/>
          <p:nvPr/>
        </p:nvSpPr>
        <p:spPr>
          <a:xfrm rot="0">
            <a:off x="1052498" y="9241090"/>
            <a:ext cx="5455005" cy="247523"/>
          </a:xfrm>
          <a:prstGeom prst="rect">
            <a:avLst/>
          </a:prstGeom>
        </p:spPr>
        <p:txBody>
          <a:bodyPr anchor="t" rtlCol="false" tIns="0" lIns="0" bIns="0" rIns="0">
            <a:spAutoFit/>
          </a:bodyPr>
          <a:lstStyle/>
          <a:p>
            <a:pPr algn="ctr" marL="0" indent="0" lvl="1">
              <a:lnSpc>
                <a:spcPts val="2016"/>
              </a:lnSpc>
              <a:spcBef>
                <a:spcPct val="0"/>
              </a:spcBef>
            </a:pPr>
            <a:r>
              <a:rPr lang="en-US" sz="1200" spc="322" u="none">
                <a:solidFill>
                  <a:srgbClr val="2B2B2B"/>
                </a:solidFill>
                <a:latin typeface="Julius Sans One"/>
                <a:ea typeface="Julius Sans One"/>
                <a:cs typeface="Julius Sans One"/>
                <a:sym typeface="Julius Sans One"/>
              </a:rPr>
              <a:t>WITH LOVE FROM THE VILLANUEVA FAMILY.</a:t>
            </a:r>
          </a:p>
        </p:txBody>
      </p:sp>
      <p:sp>
        <p:nvSpPr>
          <p:cNvPr name="TextBox 7" id="7"/>
          <p:cNvSpPr txBox="true"/>
          <p:nvPr/>
        </p:nvSpPr>
        <p:spPr>
          <a:xfrm rot="0">
            <a:off x="1052498" y="4825116"/>
            <a:ext cx="5455005" cy="755524"/>
          </a:xfrm>
          <a:prstGeom prst="rect">
            <a:avLst/>
          </a:prstGeom>
        </p:spPr>
        <p:txBody>
          <a:bodyPr anchor="t" rtlCol="false" tIns="0" lIns="0" bIns="0" rIns="0">
            <a:spAutoFit/>
          </a:bodyPr>
          <a:lstStyle/>
          <a:p>
            <a:pPr algn="ctr" marL="0" indent="0" lvl="1">
              <a:lnSpc>
                <a:spcPts val="2016"/>
              </a:lnSpc>
              <a:spcBef>
                <a:spcPct val="0"/>
              </a:spcBef>
            </a:pPr>
            <a:r>
              <a:rPr lang="en-US" sz="1200" spc="322" u="none">
                <a:solidFill>
                  <a:srgbClr val="2B2B2B"/>
                </a:solidFill>
                <a:latin typeface="Julius Sans One"/>
                <a:ea typeface="Julius Sans One"/>
                <a:cs typeface="Julius Sans One"/>
                <a:sym typeface="Julius Sans One"/>
              </a:rPr>
              <a:t>GERDA WALTERS </a:t>
            </a:r>
          </a:p>
          <a:p>
            <a:pPr algn="ctr" marL="0" indent="0" lvl="1">
              <a:lnSpc>
                <a:spcPts val="2016"/>
              </a:lnSpc>
              <a:spcBef>
                <a:spcPct val="0"/>
              </a:spcBef>
            </a:pPr>
            <a:r>
              <a:rPr lang="en-US" sz="1200" spc="322" u="none">
                <a:solidFill>
                  <a:srgbClr val="2B2B2B"/>
                </a:solidFill>
                <a:latin typeface="Julius Sans One"/>
                <a:ea typeface="Julius Sans One"/>
                <a:cs typeface="Julius Sans One"/>
                <a:sym typeface="Julius Sans One"/>
              </a:rPr>
              <a:t>EDUARD CARLSEN </a:t>
            </a:r>
          </a:p>
          <a:p>
            <a:pPr algn="ctr" marL="0" indent="0" lvl="1">
              <a:lnSpc>
                <a:spcPts val="2016"/>
              </a:lnSpc>
              <a:spcBef>
                <a:spcPct val="0"/>
              </a:spcBef>
            </a:pPr>
            <a:r>
              <a:rPr lang="en-US" sz="1200" spc="322" u="none">
                <a:solidFill>
                  <a:srgbClr val="2B2B2B"/>
                </a:solidFill>
                <a:latin typeface="Julius Sans One"/>
                <a:ea typeface="Julius Sans One"/>
                <a:cs typeface="Julius Sans One"/>
                <a:sym typeface="Julius Sans One"/>
              </a:rPr>
              <a:t>LUCIA MORALES</a:t>
            </a:r>
          </a:p>
        </p:txBody>
      </p:sp>
      <p:sp>
        <p:nvSpPr>
          <p:cNvPr name="TextBox 8" id="8"/>
          <p:cNvSpPr txBox="true"/>
          <p:nvPr/>
        </p:nvSpPr>
        <p:spPr>
          <a:xfrm rot="0">
            <a:off x="712074" y="6850438"/>
            <a:ext cx="2863397" cy="1771527"/>
          </a:xfrm>
          <a:prstGeom prst="rect">
            <a:avLst/>
          </a:prstGeom>
        </p:spPr>
        <p:txBody>
          <a:bodyPr anchor="t" rtlCol="false" tIns="0" lIns="0" bIns="0" rIns="0">
            <a:spAutoFit/>
          </a:bodyPr>
          <a:lstStyle/>
          <a:p>
            <a:pPr algn="r" marL="0" indent="0" lvl="1">
              <a:lnSpc>
                <a:spcPts val="2016"/>
              </a:lnSpc>
              <a:spcBef>
                <a:spcPct val="0"/>
              </a:spcBef>
            </a:pPr>
            <a:r>
              <a:rPr lang="en-US" sz="1200" spc="322" u="none">
                <a:solidFill>
                  <a:srgbClr val="2B2B2B"/>
                </a:solidFill>
                <a:latin typeface="Julius Sans One"/>
                <a:ea typeface="Julius Sans One"/>
                <a:cs typeface="Julius Sans One"/>
                <a:sym typeface="Julius Sans One"/>
              </a:rPr>
              <a:t>PRAYER IN THE HOME</a:t>
            </a:r>
          </a:p>
          <a:p>
            <a:pPr algn="r" marL="0" indent="0" lvl="1">
              <a:lnSpc>
                <a:spcPts val="2016"/>
              </a:lnSpc>
              <a:spcBef>
                <a:spcPct val="0"/>
              </a:spcBef>
            </a:pPr>
            <a:r>
              <a:rPr lang="en-US" sz="1200" spc="322" u="none">
                <a:solidFill>
                  <a:srgbClr val="2B2B2B"/>
                </a:solidFill>
                <a:latin typeface="Julius Sans One"/>
                <a:ea typeface="Julius Sans One"/>
                <a:cs typeface="Julius Sans One"/>
                <a:sym typeface="Julius Sans One"/>
              </a:rPr>
              <a:t>PRELUDE MUSIC</a:t>
            </a:r>
          </a:p>
          <a:p>
            <a:pPr algn="r" marL="0" indent="0" lvl="1">
              <a:lnSpc>
                <a:spcPts val="2016"/>
              </a:lnSpc>
              <a:spcBef>
                <a:spcPct val="0"/>
              </a:spcBef>
            </a:pPr>
            <a:r>
              <a:rPr lang="en-US" sz="1200" spc="322" u="none">
                <a:solidFill>
                  <a:srgbClr val="2B2B2B"/>
                </a:solidFill>
                <a:latin typeface="Julius Sans One"/>
                <a:ea typeface="Julius Sans One"/>
                <a:cs typeface="Julius Sans One"/>
                <a:sym typeface="Julius Sans One"/>
              </a:rPr>
              <a:t>INVOCATION</a:t>
            </a:r>
          </a:p>
          <a:p>
            <a:pPr algn="r" marL="0" indent="0" lvl="1">
              <a:lnSpc>
                <a:spcPts val="2016"/>
              </a:lnSpc>
              <a:spcBef>
                <a:spcPct val="0"/>
              </a:spcBef>
            </a:pPr>
            <a:r>
              <a:rPr lang="en-US" sz="1200" spc="322" u="none">
                <a:solidFill>
                  <a:srgbClr val="2B2B2B"/>
                </a:solidFill>
                <a:latin typeface="Julius Sans One"/>
                <a:ea typeface="Julius Sans One"/>
                <a:cs typeface="Julius Sans One"/>
                <a:sym typeface="Julius Sans One"/>
              </a:rPr>
              <a:t>REMARKS</a:t>
            </a:r>
          </a:p>
          <a:p>
            <a:pPr algn="r" marL="0" indent="0" lvl="1">
              <a:lnSpc>
                <a:spcPts val="2016"/>
              </a:lnSpc>
              <a:spcBef>
                <a:spcPct val="0"/>
              </a:spcBef>
            </a:pPr>
            <a:r>
              <a:rPr lang="en-US" sz="1200" spc="322" u="none">
                <a:solidFill>
                  <a:srgbClr val="2B2B2B"/>
                </a:solidFill>
                <a:latin typeface="Julius Sans One"/>
                <a:ea typeface="Julius Sans One"/>
                <a:cs typeface="Julius Sans One"/>
                <a:sym typeface="Julius Sans One"/>
              </a:rPr>
              <a:t>COCAL SOLO</a:t>
            </a:r>
          </a:p>
          <a:p>
            <a:pPr algn="r" marL="0" indent="0" lvl="1">
              <a:lnSpc>
                <a:spcPts val="2016"/>
              </a:lnSpc>
              <a:spcBef>
                <a:spcPct val="0"/>
              </a:spcBef>
            </a:pPr>
            <a:r>
              <a:rPr lang="en-US" sz="1200" spc="322" u="none">
                <a:solidFill>
                  <a:srgbClr val="2B2B2B"/>
                </a:solidFill>
                <a:latin typeface="Julius Sans One"/>
                <a:ea typeface="Julius Sans One"/>
                <a:cs typeface="Julius Sans One"/>
                <a:sym typeface="Julius Sans One"/>
              </a:rPr>
              <a:t>GUEST SPEAKERS</a:t>
            </a:r>
          </a:p>
          <a:p>
            <a:pPr algn="r" marL="0" indent="0" lvl="1">
              <a:lnSpc>
                <a:spcPts val="2016"/>
              </a:lnSpc>
              <a:spcBef>
                <a:spcPct val="0"/>
              </a:spcBef>
            </a:pPr>
            <a:r>
              <a:rPr lang="en-US" sz="1200" spc="322" u="none">
                <a:solidFill>
                  <a:srgbClr val="2B2B2B"/>
                </a:solidFill>
                <a:latin typeface="Julius Sans One"/>
                <a:ea typeface="Julius Sans One"/>
                <a:cs typeface="Julius Sans One"/>
                <a:sym typeface="Julius Sans One"/>
              </a:rPr>
              <a:t>CLOSING REMARKS</a:t>
            </a:r>
          </a:p>
        </p:txBody>
      </p:sp>
      <p:sp>
        <p:nvSpPr>
          <p:cNvPr name="TextBox 9" id="9"/>
          <p:cNvSpPr txBox="true"/>
          <p:nvPr/>
        </p:nvSpPr>
        <p:spPr>
          <a:xfrm rot="0">
            <a:off x="3984528" y="6850438"/>
            <a:ext cx="2863397" cy="1771527"/>
          </a:xfrm>
          <a:prstGeom prst="rect">
            <a:avLst/>
          </a:prstGeom>
        </p:spPr>
        <p:txBody>
          <a:bodyPr anchor="t" rtlCol="false" tIns="0" lIns="0" bIns="0" rIns="0">
            <a:spAutoFit/>
          </a:bodyPr>
          <a:lstStyle/>
          <a:p>
            <a:pPr algn="l" marL="0" indent="0" lvl="1">
              <a:lnSpc>
                <a:spcPts val="2016"/>
              </a:lnSpc>
              <a:spcBef>
                <a:spcPct val="0"/>
              </a:spcBef>
            </a:pPr>
            <a:r>
              <a:rPr lang="en-US" sz="1200" spc="322" u="none">
                <a:solidFill>
                  <a:srgbClr val="2B2B2B"/>
                </a:solidFill>
                <a:latin typeface="Julius Sans One"/>
                <a:ea typeface="Julius Sans One"/>
                <a:cs typeface="Julius Sans One"/>
                <a:sym typeface="Julius Sans One"/>
              </a:rPr>
              <a:t>MARTA KLAUSNER </a:t>
            </a:r>
          </a:p>
          <a:p>
            <a:pPr algn="l" marL="0" indent="0" lvl="1">
              <a:lnSpc>
                <a:spcPts val="2016"/>
              </a:lnSpc>
              <a:spcBef>
                <a:spcPct val="0"/>
              </a:spcBef>
            </a:pPr>
            <a:r>
              <a:rPr lang="en-US" sz="1200" spc="322" u="none">
                <a:solidFill>
                  <a:srgbClr val="2B2B2B"/>
                </a:solidFill>
                <a:latin typeface="Julius Sans One"/>
                <a:ea typeface="Julius Sans One"/>
                <a:cs typeface="Julius Sans One"/>
                <a:sym typeface="Julius Sans One"/>
              </a:rPr>
              <a:t>GERDA WALTERS </a:t>
            </a:r>
          </a:p>
          <a:p>
            <a:pPr algn="l" marL="0" indent="0" lvl="1">
              <a:lnSpc>
                <a:spcPts val="2016"/>
              </a:lnSpc>
              <a:spcBef>
                <a:spcPct val="0"/>
              </a:spcBef>
            </a:pPr>
            <a:r>
              <a:rPr lang="en-US" sz="1200" spc="322" u="none">
                <a:solidFill>
                  <a:srgbClr val="2B2B2B"/>
                </a:solidFill>
                <a:latin typeface="Julius Sans One"/>
                <a:ea typeface="Julius Sans One"/>
                <a:cs typeface="Julius Sans One"/>
                <a:sym typeface="Julius Sans One"/>
              </a:rPr>
              <a:t>EDUARD CARLSEN </a:t>
            </a:r>
          </a:p>
          <a:p>
            <a:pPr algn="l" marL="0" indent="0" lvl="1">
              <a:lnSpc>
                <a:spcPts val="2016"/>
              </a:lnSpc>
              <a:spcBef>
                <a:spcPct val="0"/>
              </a:spcBef>
            </a:pPr>
            <a:r>
              <a:rPr lang="en-US" sz="1200" spc="322" u="none">
                <a:solidFill>
                  <a:srgbClr val="2B2B2B"/>
                </a:solidFill>
                <a:latin typeface="Julius Sans One"/>
                <a:ea typeface="Julius Sans One"/>
                <a:cs typeface="Julius Sans One"/>
                <a:sym typeface="Julius Sans One"/>
              </a:rPr>
              <a:t>BORIS LARSON</a:t>
            </a:r>
          </a:p>
          <a:p>
            <a:pPr algn="l" marL="0" indent="0" lvl="1">
              <a:lnSpc>
                <a:spcPts val="2016"/>
              </a:lnSpc>
              <a:spcBef>
                <a:spcPct val="0"/>
              </a:spcBef>
            </a:pPr>
            <a:r>
              <a:rPr lang="en-US" sz="1200" spc="322" u="none">
                <a:solidFill>
                  <a:srgbClr val="2B2B2B"/>
                </a:solidFill>
                <a:latin typeface="Julius Sans One"/>
                <a:ea typeface="Julius Sans One"/>
                <a:cs typeface="Julius Sans One"/>
                <a:sym typeface="Julius Sans One"/>
              </a:rPr>
              <a:t>WALTRAUD BANNER </a:t>
            </a:r>
          </a:p>
          <a:p>
            <a:pPr algn="l" marL="0" indent="0" lvl="1">
              <a:lnSpc>
                <a:spcPts val="2016"/>
              </a:lnSpc>
              <a:spcBef>
                <a:spcPct val="0"/>
              </a:spcBef>
            </a:pPr>
            <a:r>
              <a:rPr lang="en-US" sz="1200" spc="322" u="none">
                <a:solidFill>
                  <a:srgbClr val="2B2B2B"/>
                </a:solidFill>
                <a:latin typeface="Julius Sans One"/>
                <a:ea typeface="Julius Sans One"/>
                <a:cs typeface="Julius Sans One"/>
                <a:sym typeface="Julius Sans One"/>
              </a:rPr>
              <a:t>LUCIA MORALES </a:t>
            </a:r>
          </a:p>
          <a:p>
            <a:pPr algn="l" marL="0" indent="0" lvl="1">
              <a:lnSpc>
                <a:spcPts val="2016"/>
              </a:lnSpc>
              <a:spcBef>
                <a:spcPct val="0"/>
              </a:spcBef>
            </a:pPr>
            <a:r>
              <a:rPr lang="en-US" sz="1200" spc="322" u="none">
                <a:solidFill>
                  <a:srgbClr val="2B2B2B"/>
                </a:solidFill>
                <a:latin typeface="Julius Sans One"/>
                <a:ea typeface="Julius Sans One"/>
                <a:cs typeface="Julius Sans One"/>
                <a:sym typeface="Julius Sans One"/>
              </a:rPr>
              <a:t>ERNA BUSCH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DAHAtJm0l08</dc:identifier>
  <dcterms:modified xsi:type="dcterms:W3CDTF">2011-08-01T06:04:30Z</dcterms:modified>
  <cp:revision>1</cp:revision>
  <dc:title>Black White Classic Delicate Floral Illustration Funeral Program</dc:title>
</cp:coreProperties>
</file>